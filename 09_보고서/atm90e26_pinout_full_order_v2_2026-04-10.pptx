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 ??</a:t>
            </a:r>
          </a:p>
          <a:p>
            <a:pPr>
              <a:defRPr sz="1000">
                <a:solidFill>
                  <a:srgbClr val="5F5F5F"/>
                </a:solidFill>
              </a:defRPr>
            </a:pPr>
            <a:r>
              <a:t>?? ? ??? ??? / ??? ? 2???? ??? / ??? ?? ??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2588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93008" y="1481328"/>
            <a:ext cx="109728" cy="109728"/>
          </a:xfrm>
          <a:prstGeom prst="ellipse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51790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1790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MMD1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49961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Metering mode 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801367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7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DGND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7830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GND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08483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08483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DVDD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06654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??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36829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36829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35000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 ??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65176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65176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AVDD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263347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93522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93522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AGND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29169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GND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32186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1868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I2P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2004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N line ?? + ?? (2???)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50215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50215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I2N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348386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N line ?? - ?? (2???)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378561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78561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Resv_Low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76732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Reserved, GND ??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406908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06908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I1P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050791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L line ?? + ??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35254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435254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I1N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433425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L line ?? - ??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463600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3600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USEL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46177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UART/SPI ??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4919472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19472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Vref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" y="490118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??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520293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520293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AGND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" y="518464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GND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4768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0528" y="520293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20293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518464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- ??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44768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491947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491947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490118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+ ??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44768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10528" y="46360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463600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WarnOut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461772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?? ?? (2???)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44768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10528" y="435254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435254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CF1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433425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??? ?? ?? (2???)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4768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10528" y="4069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40690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CF2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4050791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??? ?? ?? (2???)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4768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0528" y="378561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80" y="378561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IRQ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376732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???? ?? (2???)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44768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10528" y="350215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12280" y="350215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ZX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348386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E1E1E"/>
                </a:solidFill>
              </a:defRPr>
            </a:pPr>
            <a:r>
              <a:t>?? ?? ?? (2???)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44768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10528" y="32186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80" y="321868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OSCI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20040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44768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10528" y="29352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12280" y="293522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OSCO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09560" y="291693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44768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10528" y="26517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12280" y="265176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2633472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chip select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44768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510528" y="236829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12280" y="236829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SCLK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09560" y="235000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clock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4768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10528" y="208483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12280" y="208483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SDO/UTX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09560" y="206654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MISO / UART TX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44768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10528" y="180136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12280" y="1801367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SDI/URX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09560" y="1783079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MOSI / UART RX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4768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10528" y="151790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12280" y="151790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MMD0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149961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Metering mode ??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920240" y="5989320"/>
            <a:ext cx="5486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1E1E"/>
                </a:solidFill>
              </a:defRPr>
            </a:pPr>
            <a:r>
              <a:t>???: ?? ? / ???: ???, ??, 2???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??? (1? ~ 14?)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743200"/>
                <a:gridCol w="1554480"/>
                <a:gridCol w="914400"/>
                <a:gridCol w="338328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MMD1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Metering mode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DGND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DVDD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GPIO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PB7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I2P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N line ?? + ?? (2???)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I2N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N line ?? - ?? (2???)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Resv_Low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Reserved, GND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I1P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L line ?? +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I1N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L line ?? -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USEL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UART/SPI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SPI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??? (15? ~ 28?)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743200"/>
                <a:gridCol w="1554480"/>
                <a:gridCol w="914400"/>
                <a:gridCol w="338328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-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+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WarnOut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(2???)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sag /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CF1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 (2???)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/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 (2???)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/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IRQ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 (2???)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ZX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?? (2???)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OSCI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OSCO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PB6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PA5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SDO/UTX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MISO / UART 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PA6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SDI/URX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MOSI / UART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PA7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MMD0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Metering mode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strap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