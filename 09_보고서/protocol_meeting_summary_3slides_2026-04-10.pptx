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B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149"/>
                </a:solidFill>
              </a:rPr>
              <a:t>지선차단기 - DCU 프로토콜 회의 요약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2026-04-10 / 기존 PPT 삽입용 3장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5303520"/>
              </a:tblGrid>
              <a:tr h="8778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결정 내용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통신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간단한 전용 요청/응답 프로토콜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현재 데이터 수가 적고 구현/시험/디버깅이 쉬움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시간 처리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장치 시간 제외, DCU 수신 시각 사용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초기 버전 단순화 및 동기화 부담 제거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핵심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SL_ID, 전압, 전류, 전력량, 릴레이 상태, 알람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수집 + 제어 확인 + 이상 원인 파악에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확장 방향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구조는 확장 가능하게 유지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향후 항목 추가와 표준 연계 가능성 확보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B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149"/>
                </a:solidFill>
              </a:rPr>
              <a:t>프로토콜 구조 및 필드 의미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474720"/>
                <a:gridCol w="5852160"/>
              </a:tblGrid>
              <a:tr h="653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정의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왜 필요한가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프레임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[STX][VER][MSG_TYPE][SEQ][SL_ID][LEN][PAYLOAD][CRC16]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가변 길이 데이터와 오류 검출을 안정적으로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MSG_TYPE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조회/응답/제어 구분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동일 프레임 안에서 메시지 의미를 구분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요청-응답 식별 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재전송, 늦은 응답, 중복 명령을 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Relay_State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실제 릴레이 상태값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명령 전송과 실제 상태 변경은 다르기 때문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Alarm_Code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이상 상태 비트맵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전압/전류 값만으로 모르는 내부 이상 전달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CRC16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오류 검출 코드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통신 잡음과 프레임 손상을 검출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B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149"/>
                </a:solidFill>
              </a:rPr>
              <a:t>데이터 스케일 및 권장 바이트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937760"/>
                <a:gridCol w="1554480"/>
                <a:gridCol w="3291840"/>
              </a:tblGrid>
              <a:tr h="8915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평균 데이터량 예시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권장 바이트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보정치 / 파싱 방법</a:t>
                      </a:r>
                    </a:p>
                  </a:txBody>
                  <a:tcPr>
                    <a:solidFill>
                      <a:srgbClr val="1B314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220.0 ~ 230.0V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2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uint16 / raw ÷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전류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0.00 ~ 50.00A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2 byte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uint16 / raw ÷ 100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전력량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150 ~ 310kWh/월</a:t>
                      </a:r>
                    </a:p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큰 사용량 900 ~ 1,700kWh/월</a:t>
                      </a:r>
                    </a:p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공용부 예시 25,000kWh/월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4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uint32 / raw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257800"/>
            <a:ext cx="10698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41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323"/>
                </a:solidFill>
              </a:defRPr>
            </a:pPr>
            <a:r>
              <a:t>220V, 50A 정격 기준 최대 11kW, 월 최대 약 7,920kWh이므로 전력량은 누적 기준으로 4 byte가 안전함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41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323"/>
                </a:solidFill>
              </a:defRPr>
            </a:pPr>
            <a:r>
              <a:t>예시 패킷: 220.0V 응답값 08 98 = 2200 -&gt; 220.0V, 50.00A 응답값 13 88 = 5000 -&gt; 50.00A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