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44F"/>
                </a:solidFill>
              </a:rPr>
              <a:t>지선차단기 - DCU 프로토콜 회의 정리</a:t>
            </a:r>
          </a:p>
          <a:p>
            <a:pPr>
              <a:defRPr sz="1200">
                <a:solidFill>
                  <a:srgbClr val="5A5A5A"/>
                </a:solidFill>
              </a:defRPr>
            </a:pPr>
            <a:r>
              <a:t>2026-04-10 / 초기버전 통신 규격 방향 확정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44F"/>
                </a:solidFill>
              </a:rPr>
              <a:t>오늘 결정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초기 버전은 간단한 전용 요청/응답 프로토콜로 진행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장치 시간은 제외하고 DCU 수신 시각 기준 사용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핵심 데이터는 전압, 전류, 전력량, 릴레이 상태, 알람 코드, SL_ID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44F"/>
                </a:solidFill>
              </a:rPr>
              <a:t>왜 이 방향인가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필요 데이터 수가 많지 않음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핵심은 안정적 수집 + 릴레이 제어 확인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구현, 시험, 디버깅이 쉬움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698480" cy="1554480"/>
          </a:xfrm>
          <a:prstGeom prst="roundRect">
            <a:avLst/>
          </a:prstGeom>
          <a:solidFill>
            <a:srgbClr val="FFFBF2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67B37"/>
                </a:solidFill>
              </a:rPr>
              <a:t>권고안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지금은 경량 전용 프로토콜로 시작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구조는 향후 확장 가능하게 유지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표준 완전 호환이 필요해질 때 DLMS 확장 검토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44F"/>
                </a:solidFill>
              </a:rPr>
              <a:t>후보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67175"/>
                </a:solidFill>
              </a:rPr>
              <a:t>1안 간단한 전용 프로토콜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장점: 구현 쉬움, 디버깅 쉬움, MCU 부담 적음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장점: 필요한 데이터만 빠르게 정의 가능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단점: 표준성 낮음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67B37"/>
                </a:solidFill>
              </a:rPr>
              <a:t>2안 DLMS/COSEM 방식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장점: 표준성, 장기 확장성, 외부 연동성 우수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단점: 링크/세션/객체 구조까지 구현해야 함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단점: 현재 요구 범위 대비 무거움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698480" cy="1097280"/>
          </a:xfrm>
          <a:prstGeom prst="roundRect">
            <a:avLst/>
          </a:prstGeom>
          <a:solidFill>
            <a:srgbClr val="F2F8F9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44F"/>
                </a:solidFill>
              </a:rPr>
              <a:t>회의 결론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현재 범위에서는 1안이 더 현실적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표준 철학은 참고하되 실제 구현은 경량화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44F"/>
                </a:solidFill>
              </a:rPr>
              <a:t>프로토콜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2F8F9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44F"/>
                </a:solidFill>
              </a:rPr>
              <a:t>프레임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[STX][VER][MSG_TYPE][SEQ][SL_ID][LEN][PAYLOAD][CRC16]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MSG_TYPE: 조회/응답/제어 구분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SEQ: 요청-응답 매칭, 재전송 중복 방지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SL_ID: 장치 식별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LEN: 가변 길이 Payload 해석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</a:defRPr>
            </a:pPr>
            <a:r>
              <a:t>CRC16: 통신 오류 검출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743200"/>
            <a:ext cx="44805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67175"/>
                </a:solidFill>
              </a:rPr>
              <a:t>메시지 종류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0x01 Read Request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0x02 Read Response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0x03 Control Request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0x04 Control Response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0x07 NACK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44F"/>
                </a:solidFill>
              </a:rPr>
              <a:t>핵심 데이터와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Voltage: 전원 상태와 이상 여부 판단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Current: 실제 부하 동작, 과전류, 차단 결과 간접 확인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Energy_Acc: 누적 사용량과 장기 이력 추적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Relay_State: 명령이 실제 반영됐는지 확인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Alarm_Code: 내부 이상 원인 전달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SL_ID: 장치 식별 기준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737360"/>
            <a:ext cx="4572000" cy="2377440"/>
          </a:xfrm>
          <a:prstGeom prst="roundRect">
            <a:avLst/>
          </a:prstGeom>
          <a:solidFill>
            <a:srgbClr val="FFFBF2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67B37"/>
                </a:solidFill>
              </a:rPr>
              <a:t>특히 꼭 필요한 항목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Relay_State: 명령 전송과 실제 상태는 다름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Alarm_Code: 값만으로 모르는 내부 이상 전달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SEQ: 늦은 응답, 재전송, 중복 명령 구분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44F"/>
                </a:solidFill>
              </a:rPr>
              <a:t>데이터 스케일 및 바이트 권고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44F"/>
                </a:solidFill>
              </a:rPr>
              <a:t>핵심 표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전압 | 220.0~230.0V | 2 byte | uint16 / raw ÷ 10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전류 | 0.00~50.00A | 2 byte | uint16 / raw ÷ 100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전력량 | 150~310kWh/월, 큰 사용량 900~1,700kWh/월, 공용부 예시 25,000kWh/월 | 4 byte | uint32 / raw Wh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698480" cy="1280160"/>
          </a:xfrm>
          <a:prstGeom prst="roundRect">
            <a:avLst/>
          </a:prstGeom>
          <a:solidFill>
            <a:srgbClr val="FFFBF2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67B37"/>
                </a:solidFill>
              </a:rPr>
              <a:t>전력량 4바이트 근거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220V, 50A 정격이면 최대 11kW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월 최대 약 7,920kWh, 20년 누적 약 1,927,200kWh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누적값은 uint32, 1Wh가 가장 안전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9496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67175"/>
                </a:solidFill>
              </a:rPr>
              <a:t>참고 실예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KEPCO 세대 사용량 예시: 150~310kWh/월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KEPCO 공동설비 예시: 25,000kWh/월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EIA 미국 주거 평균: 890kWh/월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44F"/>
                </a:solidFill>
              </a:rPr>
              <a:t>예시 패킷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67175"/>
                </a:solidFill>
              </a:rPr>
              <a:t>220.0V / 50.00A 조회 요청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68 01 01 21 00 00 00 11 00 04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00 02 00 03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367175"/>
                </a:solidFill>
              </a:rPr>
              <a:t>220.0V / 50.00A 조회 응답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68 01 02 21 00 00 00 11 00 0C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00 02 02 02 08 98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00 03 02 02 13 88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698480" cy="1828800"/>
          </a:xfrm>
          <a:prstGeom prst="roundRect">
            <a:avLst/>
          </a:prstGeom>
          <a:solidFill>
            <a:srgbClr val="F2F8F9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44F"/>
                </a:solidFill>
              </a:rPr>
              <a:t>해석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00 02: Voltage 항목 ID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02: uint16 타입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02: 길이 2바이트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08 98: 2200 -&gt; 220.0V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13 88: 5000 -&gt; 50.00A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44F"/>
                </a:solidFill>
              </a:rPr>
              <a:t>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프로토콜 명세서 v0.1 확정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패킷 상세값과 CRC 규칙 확정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timeout / retry / 중복 제어 정책 확정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펌웨어와 DCU 파서 구현 시작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시험 항목 체크리스트 작성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828800"/>
            <a:ext cx="46634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8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67B37"/>
                </a:solidFill>
              </a:rPr>
              <a:t>기준 문서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03_지선차단기_DCU_통신프로토콜_명세서.md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04_지선차단기_DCU_통신프로토콜_회의요약.md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05_지선차단기_DCU_예시패킷.md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06_지선차단기_DCU_데이터스케일_추천표.md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