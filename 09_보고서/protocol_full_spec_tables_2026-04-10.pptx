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24C"/>
                </a:solidFill>
              </a:rPr>
              <a:t>지선차단기 - DCU 프로토콜 전체 정리</a:t>
            </a:r>
          </a:p>
          <a:p>
            <a:pPr>
              <a:defRPr sz="1000">
                <a:solidFill>
                  <a:srgbClr val="5F5F5F"/>
                </a:solidFill>
              </a:defRPr>
            </a:pPr>
            <a:r>
              <a:t>초기버전 확정 내용 / 2026-04-10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C67B37"/>
                </a:solidFill>
              </a:rPr>
              <a:t>기본 원칙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간단한 전용 요청/응답 프로토콜 채택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프레임 시작/종료 바이트는 0x7E 사용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장치 시간은 제외, DCU 수신 시각 사용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계측값 전압/전류/전력량은 모두 4 byte 통일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40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44787A"/>
                </a:solidFill>
              </a:rPr>
              <a:t>프레임 예시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[7E][VER][MSG_TYPE][SEQ][SL_ID][LEN][PAYLOAD][CRC16][7E]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40280"/>
          <a:ext cx="55778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108960"/>
              </a:tblGrid>
              <a:tr h="4160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크기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프레임 시작 표시, 0x7E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VER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프로토콜 버전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MSG_TYPE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메시지 종류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요청-응답 식별 번호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SL_ID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장치 식별자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LEN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2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Payload 길이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N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실제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CRC16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2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프레임 오류 검출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ETX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프레임 종료 표시, 0x7E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2240280"/>
          <a:ext cx="53949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920240"/>
                <a:gridCol w="2560320"/>
              </a:tblGrid>
              <a:tr h="46862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이름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Read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데이터 조회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Read Response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데이터 조회 응답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Control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릴레이 제어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0x04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Control Response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릴레이 제어 응답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Event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향후 확장용 이벤트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0x06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ACK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정상 수신 확인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NACK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오류 또는 거부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24C"/>
                </a:solidFill>
              </a:rPr>
              <a:t>Payload 구조 및 데이터 항목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155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C67B37"/>
                </a:solidFill>
              </a:rPr>
              <a:t>Payload 기본 형식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ITEM_ID | TYPE | ITEM_LEN | VALUE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한 번의 응답 Payload에는 최대 3개 항목 포함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남는 슬롯은 data_empty(0x0000)로 패딩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예: 4개 항목이면 3개 / 1개 + 0x0000 + 0x0000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331720"/>
          <a:ext cx="70866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25880"/>
                <a:gridCol w="1371600"/>
                <a:gridCol w="731520"/>
                <a:gridCol w="731520"/>
                <a:gridCol w="2011680"/>
              </a:tblGrid>
              <a:tr h="48577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ITEM_ID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항목명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타입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단위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data_empty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패딩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빈 슬롯 채움용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SL_ID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장치 식별자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0.1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실효 전압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0.01 A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실효 전류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Energy_Acc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누적 전력량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0x0005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Relay_State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릴레이 현재 상태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0x0006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Alarm_Code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uint16 bit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이상 상태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2331720"/>
          <a:ext cx="6126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554480"/>
                <a:gridCol w="1005840"/>
                <a:gridCol w="73152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ITEM_ID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타입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0x1001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Read_Item_List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조회할 항목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0x1002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Relay_Command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릴레이 ON/OFF 명령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0x1003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Control_Reason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제어 사유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0x1004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Control_Token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제어 명령 검증값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4663440"/>
          <a:ext cx="1920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</a:tblGrid>
              <a:tr h="22206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uint16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0x04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int32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0x06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list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466344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4787A"/>
                </a:solidFill>
              </a:rPr>
              <a:t>실제값 파싱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Voltage = raw / 10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Current = raw / 100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Energy_Acc = raw Wh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24C"/>
                </a:solidFill>
              </a:rPr>
              <a:t>상태값, 알람코드, 응답코드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28346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737360"/>
              </a:tblGrid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Relay_State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OFF /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ON / 투입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전환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0x03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이상 또는 판별 불가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11880" y="1325880"/>
          <a:ext cx="3749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743200"/>
              </a:tblGrid>
              <a:tr h="4069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비트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과전류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과전압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저전압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릴레이 구동 실패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측정칩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bit5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내부 메모리 이상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센서 또는 측정값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bit7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예약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bit8~15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향후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35240" y="1325880"/>
          <a:ext cx="40233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</a:tblGrid>
              <a:tr h="4069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성공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알 수 없는 메시지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지원하지 않는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길이 오류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CRC 오류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0x05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잘못된 값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제어 거부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0x07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내부 처리 실패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0x08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토큰 또는 인증 오류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532120"/>
            <a:ext cx="11155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67B37"/>
                </a:solidFill>
              </a:rPr>
              <a:t>임계값 정의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과전압: 220V 기준 ±10% 범위 이탈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과전압 판정: 198V 미만 또는 242V 초과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과전류: N회 측정값의 Max보다 M% 높은 경우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N, M 값은 운용 기준에 따라 별도 확정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24C"/>
                </a:solidFill>
              </a:rPr>
              <a:t>조회 / 제어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4787A"/>
                </a:solidFill>
              </a:rPr>
              <a:t>조회 요청 예시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[7E][01][01][21][SL_ID][0006][0002 0003 0005][CRC][7E]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의미: Voltage, Current, Relay_State 조회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8872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4787A"/>
                </a:solidFill>
              </a:rPr>
              <a:t>조회 응답 예시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[7E][01][02][21][SL_ID][0011]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[0002][03][04][00 00 08 BA]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[0003][03][04][00 00 04 1A]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[0005][01][01][01][CRC][7E]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67B37"/>
                </a:solidFill>
              </a:rPr>
              <a:t>제어 요청 예시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[7E][01][03][22][SL_ID][0002][1002 00][CRC][7E]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의미: 릴레이 OFF 제어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5669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67B37"/>
                </a:solidFill>
              </a:rPr>
              <a:t>제어 응답 예시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[7E][01][04][22][SL_ID][0004][00][0005 01 00][CRC][7E]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00 = 성공, Relay_State = 00 = 실제 OFF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16052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38328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00 02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Voltage 항목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uint32 타입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길이 4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00 00 08 BA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2234 -&gt; 223.4V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00 00 04 1A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1050 -&gt; 10.50A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0" y="4160520"/>
            <a:ext cx="5989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24C"/>
                </a:solidFill>
              </a:rPr>
              <a:t>3개 단위 전송 규칙 예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4개 항목 응답 시: 3개 / 1개 + data_empty + data_empty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5개 항목 응답 시: 3개 / 2개 + data_empty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6개 항목 응답 시: 3개 / 3개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24C"/>
                </a:solidFill>
              </a:rPr>
              <a:t>통신 정책 및 확장 규칙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74720"/>
                <a:gridCol w="630936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정책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1C32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응답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응답 대기 또는 비동기 수신 방식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DCU 구현 방식 선택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timeout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1초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초기 권장값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재전송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응답 미수신 시 최대 3회 재전송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총 3회 response 실패 시 서버 event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중복 처리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동일 장치, 동일 SEQ 제어 요청 재수신 시 중복 판단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이전 결과 재응답 또는 중복 수행 방지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SEQ 정책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1 byte, 0x00~0xFF 순환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0xFF 다음 0x00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VER = 0x01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초기 버전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확장 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기존 ITEM_ID 유지, 신규 항목은 뒤에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의미 변경 시 버전 증가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806440"/>
            <a:ext cx="11064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4787A"/>
                </a:solidFill>
              </a:rPr>
              <a:t>향후 확장 항목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Instant_Power, FW_Version, Device_Status, Event Report 추가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