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ATM90E26 ? ?? ??</a:t>
            </a:r>
          </a:p>
          <a:p>
            <a:pPr>
              <a:defRPr sz="1000">
                <a:solidFill>
                  <a:srgbClr val="5F5F5F"/>
                </a:solidFill>
              </a:defRPr>
            </a:pPr>
            <a:r>
              <a:t>? 1??? 28??? / ?? ?? ??? ??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25880"/>
            <a:ext cx="2834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93008" y="1481328"/>
            <a:ext cx="109728" cy="109728"/>
          </a:xfrm>
          <a:prstGeom prst="ellipse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57276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51790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1790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MMD1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99616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Metering mode ??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56231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801367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7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DGND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783079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 GND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13969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084831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084831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DVDD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066543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 ??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42316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236829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36829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35000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 ??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70662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651760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651760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AVDD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63347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??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299008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293522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293522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AGND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2916936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GND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27355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32186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218688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I2P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20040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N line ?? + ??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3557015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3502151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502151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I2N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483863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N line ?? - ??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84048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378561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378561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Resv_Low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376732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Reserved, GND ??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412394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40" y="4069080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4069080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I1P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050791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L line ?? + ??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40740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435254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435254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I1N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4334256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L line ?? - ??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469087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6040" y="463600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636008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USEL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461772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UART/SPI ??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497433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40" y="4919472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19472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Vref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901183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 ??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525780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06040" y="520293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20" y="520293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AGND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518464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GND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44768" y="525780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10528" y="520293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520293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VN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518464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 - ??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44768" y="497433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10528" y="491947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4919472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VP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490118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 + ??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44768" y="469087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10528" y="463600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12280" y="4636008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WarnOut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9560" y="461772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 ??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44768" y="440740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10528" y="435254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12280" y="435254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CF1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9560" y="433425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 ?? ??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44768" y="412394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10528" y="40690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12280" y="40690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CF2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09560" y="4050791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 ?? ??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44768" y="384048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10528" y="378561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12280" y="378561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IRQ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376732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??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44768" y="3557015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10528" y="3502151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12280" y="3502151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ZX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09560" y="348386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 ?? ??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44768" y="327355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10528" y="32186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12280" y="3218688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OSCI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09560" y="320040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??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44768" y="299008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10528" y="293522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12280" y="293522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OSCO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09560" y="291693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???? ??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44768" y="270662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10528" y="26517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12280" y="265176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CS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09560" y="2633472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SPI chip select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44768" y="242316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510528" y="236829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12280" y="236829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SCLK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09560" y="235000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SPI clock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44768" y="213969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10528" y="2084831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12280" y="2084831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SDO/UTX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09560" y="206654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SPI MISO / UART TX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44768" y="1856231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10528" y="1801367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12280" y="1801367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SDI/URX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09560" y="1783079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SPI MOSI / UART RX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44768" y="157276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10528" y="151790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12280" y="151790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1E1E"/>
                </a:solidFill>
              </a:defRPr>
            </a:pPr>
            <a:r>
              <a:t>MMD0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09560" y="149961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02828"/>
                </a:solidFill>
              </a:defRPr>
            </a:pPr>
            <a:r>
              <a:t>Metering mode ??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743200" y="5989320"/>
            <a:ext cx="38404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E1E1E"/>
                </a:solidFill>
              </a:defRPr>
            </a:pPr>
            <a:r>
              <a:t>???: ?? ? / ???: ?? ?? ??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ATM90E26 ? ??? (1? ~ 14?)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06984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194560"/>
                <a:gridCol w="1828800"/>
                <a:gridCol w="914400"/>
                <a:gridCol w="3657600"/>
              </a:tblGrid>
              <a:tr h="362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MMD1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Metering mode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strap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DGND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DVDD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Reset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GPIO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PB7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AVDD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AGND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I2P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N line ?? +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/ 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I2N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N line ?? -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/ ???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Resv_Low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Reserved, GND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I1P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L line ?? +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 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I1N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L line ?? -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USEL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UART/SPI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SPI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Vref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AGND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</a:rPr>
              <a:t>ATM90E26 ? ??? (15? ~ 28?)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06984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194560"/>
                <a:gridCol w="1828800"/>
                <a:gridCol w="914400"/>
                <a:gridCol w="3657600"/>
              </a:tblGrid>
              <a:tr h="362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VN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-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VP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+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WarnOut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sag /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CF1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/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CF2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/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IRQ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ZX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 ?? ???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OSCI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OSCO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?????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CS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SPI chip select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PB6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SPI 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PA5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SDO/UTX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SPI MISO / UART 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PA6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SDI/URX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SPI MOSI / UART 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MCU PA7 ??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MMD0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Metering mode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 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</a:rPr>
                        <a:t>??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1E1E"/>
                          </a:solidFill>
                        </a:rPr>
                        <a:t>???? strap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