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9906000" cy="6858000" type="A4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9" d="100"/>
          <a:sy n="89" d="100"/>
        </p:scale>
        <p:origin x="120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8A38A46-2F3B-E042-71C7-D7D63879D0A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38250" y="1122363"/>
            <a:ext cx="7429500" cy="2387600"/>
          </a:xfrm>
        </p:spPr>
        <p:txBody>
          <a:bodyPr anchor="b"/>
          <a:lstStyle>
            <a:lvl1pPr algn="ctr">
              <a:defRPr sz="4875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6A4E1E4B-A419-07AC-6996-BF40E0DE50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1950"/>
            </a:lvl1pPr>
            <a:lvl2pPr marL="371475" indent="0" algn="ctr">
              <a:buNone/>
              <a:defRPr sz="1625"/>
            </a:lvl2pPr>
            <a:lvl3pPr marL="742950" indent="0" algn="ctr">
              <a:buNone/>
              <a:defRPr sz="1463"/>
            </a:lvl3pPr>
            <a:lvl4pPr marL="1114425" indent="0" algn="ctr">
              <a:buNone/>
              <a:defRPr sz="1300"/>
            </a:lvl4pPr>
            <a:lvl5pPr marL="1485900" indent="0" algn="ctr">
              <a:buNone/>
              <a:defRPr sz="1300"/>
            </a:lvl5pPr>
            <a:lvl6pPr marL="1857375" indent="0" algn="ctr">
              <a:buNone/>
              <a:defRPr sz="1300"/>
            </a:lvl6pPr>
            <a:lvl7pPr marL="2228850" indent="0" algn="ctr">
              <a:buNone/>
              <a:defRPr sz="1300"/>
            </a:lvl7pPr>
            <a:lvl8pPr marL="2600325" indent="0" algn="ctr">
              <a:buNone/>
              <a:defRPr sz="1300"/>
            </a:lvl8pPr>
            <a:lvl9pPr marL="2971800" indent="0" algn="ctr">
              <a:buNone/>
              <a:defRPr sz="13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D3A729D-2993-0503-C66C-D0839EA0C1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09E42C-CD8F-460C-91ED-5FD51CC6E185}" type="datetimeFigureOut">
              <a:rPr lang="ko-KR" altLang="en-US" smtClean="0"/>
              <a:t>2026-04-14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C3E03AA-EF3F-81E6-12AA-3E95E27225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9690FBC-A3D1-FAF3-8F23-70D109A807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B8F332-CB50-460C-95CB-7DEE8514BFE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01661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C778EF4-A9F6-0E27-F168-359DB57629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D2E52FC-FA3F-94BC-4609-14969C6033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F3AFD05-B07D-BAC8-4760-4E16980523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09E42C-CD8F-460C-91ED-5FD51CC6E185}" type="datetimeFigureOut">
              <a:rPr lang="ko-KR" altLang="en-US" smtClean="0"/>
              <a:t>2026-04-14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60CBA08-606A-E1AE-EC35-878E80A805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643B3B9-3732-7B2F-3405-426B9C5967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B8F332-CB50-460C-95CB-7DEE8514BFE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436536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D966FFD-9B20-D08E-B111-DB4945C7B2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878" y="1709739"/>
            <a:ext cx="8543925" cy="2852737"/>
          </a:xfrm>
        </p:spPr>
        <p:txBody>
          <a:bodyPr anchor="b"/>
          <a:lstStyle>
            <a:lvl1pPr>
              <a:defRPr sz="4875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4E29504-619E-D72D-3062-CF50B8DAF3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5878" y="4589464"/>
            <a:ext cx="8543925" cy="1500187"/>
          </a:xfrm>
        </p:spPr>
        <p:txBody>
          <a:bodyPr/>
          <a:lstStyle>
            <a:lvl1pPr marL="0" indent="0">
              <a:buNone/>
              <a:defRPr sz="1950">
                <a:solidFill>
                  <a:schemeClr val="tx1">
                    <a:tint val="75000"/>
                  </a:schemeClr>
                </a:solidFill>
              </a:defRPr>
            </a:lvl1pPr>
            <a:lvl2pPr marL="371475" indent="0">
              <a:buNone/>
              <a:defRPr sz="1625">
                <a:solidFill>
                  <a:schemeClr val="tx1">
                    <a:tint val="75000"/>
                  </a:schemeClr>
                </a:solidFill>
              </a:defRPr>
            </a:lvl2pPr>
            <a:lvl3pPr marL="742950" indent="0">
              <a:buNone/>
              <a:defRPr sz="1463">
                <a:solidFill>
                  <a:schemeClr val="tx1">
                    <a:tint val="75000"/>
                  </a:schemeClr>
                </a:solidFill>
              </a:defRPr>
            </a:lvl3pPr>
            <a:lvl4pPr marL="1114425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4pPr>
            <a:lvl5pPr marL="1485900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5pPr>
            <a:lvl6pPr marL="1857375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6pPr>
            <a:lvl7pPr marL="2228850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7pPr>
            <a:lvl8pPr marL="2600325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8pPr>
            <a:lvl9pPr marL="2971800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640434E-2C90-8067-072E-B4ABF6D9EE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09E42C-CD8F-460C-91ED-5FD51CC6E185}" type="datetimeFigureOut">
              <a:rPr lang="ko-KR" altLang="en-US" smtClean="0"/>
              <a:t>2026-04-14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544EC04-68A7-5C8D-67A1-B8B3375947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7AE085A-2F61-99BA-EB51-B0619002FF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B8F332-CB50-460C-95CB-7DEE8514BFE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696439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57132ED-54F2-3E4C-5EF0-9DF2F4AD2C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8641743-2F6B-EB4A-8FD5-9E81BD7336C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E6132AF8-4C40-673C-E3E9-E270333660E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54E7D1C-8069-94FA-A8CA-A0AAE402C4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09E42C-CD8F-460C-91ED-5FD51CC6E185}" type="datetimeFigureOut">
              <a:rPr lang="ko-KR" altLang="en-US" smtClean="0"/>
              <a:t>2026-04-14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12D7260-2FBA-229B-7364-9A55FBC0B2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D4B523E-FCB8-DFA7-4225-7336B793CB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B8F332-CB50-460C-95CB-7DEE8514BFE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538095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8765A09-9DAF-F797-3BEE-32149D64B0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328" y="365126"/>
            <a:ext cx="8543925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5CC9859-FD2E-CD93-1AF1-9AEB72AB42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2328" y="1681163"/>
            <a:ext cx="4190702" cy="823912"/>
          </a:xfrm>
        </p:spPr>
        <p:txBody>
          <a:bodyPr anchor="b"/>
          <a:lstStyle>
            <a:lvl1pPr marL="0" indent="0">
              <a:buNone/>
              <a:defRPr sz="1950" b="1"/>
            </a:lvl1pPr>
            <a:lvl2pPr marL="371475" indent="0">
              <a:buNone/>
              <a:defRPr sz="1625" b="1"/>
            </a:lvl2pPr>
            <a:lvl3pPr marL="742950" indent="0">
              <a:buNone/>
              <a:defRPr sz="1463" b="1"/>
            </a:lvl3pPr>
            <a:lvl4pPr marL="1114425" indent="0">
              <a:buNone/>
              <a:defRPr sz="1300" b="1"/>
            </a:lvl4pPr>
            <a:lvl5pPr marL="1485900" indent="0">
              <a:buNone/>
              <a:defRPr sz="1300" b="1"/>
            </a:lvl5pPr>
            <a:lvl6pPr marL="1857375" indent="0">
              <a:buNone/>
              <a:defRPr sz="1300" b="1"/>
            </a:lvl6pPr>
            <a:lvl7pPr marL="2228850" indent="0">
              <a:buNone/>
              <a:defRPr sz="1300" b="1"/>
            </a:lvl7pPr>
            <a:lvl8pPr marL="2600325" indent="0">
              <a:buNone/>
              <a:defRPr sz="1300" b="1"/>
            </a:lvl8pPr>
            <a:lvl9pPr marL="2971800" indent="0">
              <a:buNone/>
              <a:defRPr sz="13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8865DB02-993D-2CB4-3F99-695A12473D8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82328" y="2505075"/>
            <a:ext cx="4190702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F1636C84-48DE-2134-FF2F-7E8E82A6851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1950" b="1"/>
            </a:lvl1pPr>
            <a:lvl2pPr marL="371475" indent="0">
              <a:buNone/>
              <a:defRPr sz="1625" b="1"/>
            </a:lvl2pPr>
            <a:lvl3pPr marL="742950" indent="0">
              <a:buNone/>
              <a:defRPr sz="1463" b="1"/>
            </a:lvl3pPr>
            <a:lvl4pPr marL="1114425" indent="0">
              <a:buNone/>
              <a:defRPr sz="1300" b="1"/>
            </a:lvl4pPr>
            <a:lvl5pPr marL="1485900" indent="0">
              <a:buNone/>
              <a:defRPr sz="1300" b="1"/>
            </a:lvl5pPr>
            <a:lvl6pPr marL="1857375" indent="0">
              <a:buNone/>
              <a:defRPr sz="1300" b="1"/>
            </a:lvl6pPr>
            <a:lvl7pPr marL="2228850" indent="0">
              <a:buNone/>
              <a:defRPr sz="1300" b="1"/>
            </a:lvl7pPr>
            <a:lvl8pPr marL="2600325" indent="0">
              <a:buNone/>
              <a:defRPr sz="1300" b="1"/>
            </a:lvl8pPr>
            <a:lvl9pPr marL="2971800" indent="0">
              <a:buNone/>
              <a:defRPr sz="13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3F21355C-2832-D301-7911-21164DE6799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544FB4A1-6298-7A42-DDC4-53F2A90494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09E42C-CD8F-460C-91ED-5FD51CC6E185}" type="datetimeFigureOut">
              <a:rPr lang="ko-KR" altLang="en-US" smtClean="0"/>
              <a:t>2026-04-14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6143FD02-FD23-7357-0B85-694D9C72A1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4591543B-1D70-085E-5DDE-8590EF0C1E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B8F332-CB50-460C-95CB-7DEE8514BFE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323814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8D7E1BC-2C19-8BF4-F614-795626B2DE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AE8F98C3-9DBB-CE43-9956-56876B01E8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09E42C-CD8F-460C-91ED-5FD51CC6E185}" type="datetimeFigureOut">
              <a:rPr lang="ko-KR" altLang="en-US" smtClean="0"/>
              <a:t>2026-04-14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48A01EE8-7106-DE4E-B90F-5FABF25654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2099CC81-D177-BAA0-AEAE-FD6D19D3C9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B8F332-CB50-460C-95CB-7DEE8514BFE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980960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9DA6825B-F048-7ACD-592B-18F4673790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09E42C-CD8F-460C-91ED-5FD51CC6E185}" type="datetimeFigureOut">
              <a:rPr lang="ko-KR" altLang="en-US" smtClean="0"/>
              <a:t>2026-04-14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2DECB54C-AD95-2027-FD5F-E20717E5CA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9D695B5-EB58-00C3-D1A1-4501380BB8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B8F332-CB50-460C-95CB-7DEE8514BFE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243884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7A16F01-36B4-36EB-7321-0F1D8E32D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26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CCFDD8B-B4C6-1C2D-96BC-D113F1999F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11340" y="987426"/>
            <a:ext cx="5014913" cy="4873625"/>
          </a:xfrm>
        </p:spPr>
        <p:txBody>
          <a:bodyPr/>
          <a:lstStyle>
            <a:lvl1pPr>
              <a:defRPr sz="2600"/>
            </a:lvl1pPr>
            <a:lvl2pPr>
              <a:defRPr sz="2275"/>
            </a:lvl2pPr>
            <a:lvl3pPr>
              <a:defRPr sz="1950"/>
            </a:lvl3pPr>
            <a:lvl4pPr>
              <a:defRPr sz="1625"/>
            </a:lvl4pPr>
            <a:lvl5pPr>
              <a:defRPr sz="1625"/>
            </a:lvl5pPr>
            <a:lvl6pPr>
              <a:defRPr sz="1625"/>
            </a:lvl6pPr>
            <a:lvl7pPr>
              <a:defRPr sz="1625"/>
            </a:lvl7pPr>
            <a:lvl8pPr>
              <a:defRPr sz="1625"/>
            </a:lvl8pPr>
            <a:lvl9pPr>
              <a:defRPr sz="1625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8951ABF-959B-0A7E-B131-1EE2E7390A9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300"/>
            </a:lvl1pPr>
            <a:lvl2pPr marL="371475" indent="0">
              <a:buNone/>
              <a:defRPr sz="1138"/>
            </a:lvl2pPr>
            <a:lvl3pPr marL="742950" indent="0">
              <a:buNone/>
              <a:defRPr sz="975"/>
            </a:lvl3pPr>
            <a:lvl4pPr marL="1114425" indent="0">
              <a:buNone/>
              <a:defRPr sz="813"/>
            </a:lvl4pPr>
            <a:lvl5pPr marL="1485900" indent="0">
              <a:buNone/>
              <a:defRPr sz="813"/>
            </a:lvl5pPr>
            <a:lvl6pPr marL="1857375" indent="0">
              <a:buNone/>
              <a:defRPr sz="813"/>
            </a:lvl6pPr>
            <a:lvl7pPr marL="2228850" indent="0">
              <a:buNone/>
              <a:defRPr sz="813"/>
            </a:lvl7pPr>
            <a:lvl8pPr marL="2600325" indent="0">
              <a:buNone/>
              <a:defRPr sz="813"/>
            </a:lvl8pPr>
            <a:lvl9pPr marL="2971800" indent="0">
              <a:buNone/>
              <a:defRPr sz="813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1A93288-5FF8-176E-E76E-DBA32FB4CF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09E42C-CD8F-460C-91ED-5FD51CC6E185}" type="datetimeFigureOut">
              <a:rPr lang="ko-KR" altLang="en-US" smtClean="0"/>
              <a:t>2026-04-14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F7D09AF-D6EB-1D0B-EB89-664E97C74E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6660114-9414-DD66-482B-A1536B0F01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B8F332-CB50-460C-95CB-7DEE8514BFE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883263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792DF4B-C702-E7E1-85EA-5CE9F13263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26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0F059937-5467-6A33-1DF2-EF27DD98CB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211340" y="987426"/>
            <a:ext cx="5014913" cy="4873625"/>
          </a:xfrm>
        </p:spPr>
        <p:txBody>
          <a:bodyPr/>
          <a:lstStyle>
            <a:lvl1pPr marL="0" indent="0">
              <a:buNone/>
              <a:defRPr sz="2600"/>
            </a:lvl1pPr>
            <a:lvl2pPr marL="371475" indent="0">
              <a:buNone/>
              <a:defRPr sz="2275"/>
            </a:lvl2pPr>
            <a:lvl3pPr marL="742950" indent="0">
              <a:buNone/>
              <a:defRPr sz="1950"/>
            </a:lvl3pPr>
            <a:lvl4pPr marL="1114425" indent="0">
              <a:buNone/>
              <a:defRPr sz="1625"/>
            </a:lvl4pPr>
            <a:lvl5pPr marL="1485900" indent="0">
              <a:buNone/>
              <a:defRPr sz="1625"/>
            </a:lvl5pPr>
            <a:lvl6pPr marL="1857375" indent="0">
              <a:buNone/>
              <a:defRPr sz="1625"/>
            </a:lvl6pPr>
            <a:lvl7pPr marL="2228850" indent="0">
              <a:buNone/>
              <a:defRPr sz="1625"/>
            </a:lvl7pPr>
            <a:lvl8pPr marL="2600325" indent="0">
              <a:buNone/>
              <a:defRPr sz="1625"/>
            </a:lvl8pPr>
            <a:lvl9pPr marL="2971800" indent="0">
              <a:buNone/>
              <a:defRPr sz="1625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17722724-7234-4D0A-62F1-F4D80F24276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300"/>
            </a:lvl1pPr>
            <a:lvl2pPr marL="371475" indent="0">
              <a:buNone/>
              <a:defRPr sz="1138"/>
            </a:lvl2pPr>
            <a:lvl3pPr marL="742950" indent="0">
              <a:buNone/>
              <a:defRPr sz="975"/>
            </a:lvl3pPr>
            <a:lvl4pPr marL="1114425" indent="0">
              <a:buNone/>
              <a:defRPr sz="813"/>
            </a:lvl4pPr>
            <a:lvl5pPr marL="1485900" indent="0">
              <a:buNone/>
              <a:defRPr sz="813"/>
            </a:lvl5pPr>
            <a:lvl6pPr marL="1857375" indent="0">
              <a:buNone/>
              <a:defRPr sz="813"/>
            </a:lvl6pPr>
            <a:lvl7pPr marL="2228850" indent="0">
              <a:buNone/>
              <a:defRPr sz="813"/>
            </a:lvl7pPr>
            <a:lvl8pPr marL="2600325" indent="0">
              <a:buNone/>
              <a:defRPr sz="813"/>
            </a:lvl8pPr>
            <a:lvl9pPr marL="2971800" indent="0">
              <a:buNone/>
              <a:defRPr sz="813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FE0DCB6-2223-4BC7-81F3-DE1EF996FF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09E42C-CD8F-460C-91ED-5FD51CC6E185}" type="datetimeFigureOut">
              <a:rPr lang="ko-KR" altLang="en-US" smtClean="0"/>
              <a:t>2026-04-14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CD69E17-1326-15B3-C3F0-EB1BFEE5F4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4D1084A-B4FD-3B6B-D5B8-E0624898FB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B8F332-CB50-460C-95CB-7DEE8514BFE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943568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A465079-8D36-265D-52FB-897DB3E792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9D1D0039-A019-9F7B-7129-D7E766058C8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D8F537A-69BC-7ECB-9131-F613F021D8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09E42C-CD8F-460C-91ED-5FD51CC6E185}" type="datetimeFigureOut">
              <a:rPr lang="ko-KR" altLang="en-US" smtClean="0"/>
              <a:t>2026-04-14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1A2D5AA-79DB-8C98-6951-28E82B3E56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8832E90-BC50-86BA-6C90-C2B351D763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B8F332-CB50-460C-95CB-7DEE8514BFE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143270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B7B0BDE2-FDCB-A927-78D5-6DB0F07BF3B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7088981" y="365125"/>
            <a:ext cx="2135981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06391736-F1E7-216C-57FE-4A3F342A90F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81037" y="365125"/>
            <a:ext cx="6284119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344B398-F376-AE82-BFAC-B269AC7261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09E42C-CD8F-460C-91ED-5FD51CC6E185}" type="datetimeFigureOut">
              <a:rPr lang="ko-KR" altLang="en-US" smtClean="0"/>
              <a:t>2026-04-14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80F4113-5D4A-2B9A-C4DC-DE2DA6CB68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91AE564-9A5A-7D72-B4E2-78A9D956AD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B8F332-CB50-460C-95CB-7DEE8514BFE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597215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27C7226C-B9F5-82B9-BB38-A3B84C9D87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1038" y="365126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2FBADA3-D964-8959-1C8F-6BF3E7C149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21C5AA9-049E-45CC-2A80-744B002D2BF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81038" y="6356351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C09E42C-CD8F-460C-91ED-5FD51CC6E185}" type="datetimeFigureOut">
              <a:rPr lang="ko-KR" altLang="en-US" smtClean="0"/>
              <a:t>2026-04-14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FCAD457-A89C-38B6-5BAF-930737D627D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81363" y="6356351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03E9E24-9186-479F-5612-FC59FF5D643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996113" y="6356351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B8F332-CB50-460C-95CB-7DEE8514BFE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547793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742950" rtl="0" eaLnBrk="1" latinLnBrk="1" hangingPunct="1">
        <a:lnSpc>
          <a:spcPct val="90000"/>
        </a:lnSpc>
        <a:spcBef>
          <a:spcPct val="0"/>
        </a:spcBef>
        <a:buNone/>
        <a:defRPr sz="357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5738" indent="-185738" algn="l" defTabSz="742950" rtl="0" eaLnBrk="1" latinLnBrk="1" hangingPunct="1">
        <a:lnSpc>
          <a:spcPct val="90000"/>
        </a:lnSpc>
        <a:spcBef>
          <a:spcPts val="813"/>
        </a:spcBef>
        <a:buFont typeface="Arial" panose="020B0604020202020204" pitchFamily="34" charset="0"/>
        <a:buChar char="•"/>
        <a:defRPr sz="2275" kern="12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185738" algn="l" defTabSz="742950" rtl="0" eaLnBrk="1" latinLnBrk="1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950" kern="1200">
          <a:solidFill>
            <a:schemeClr val="tx1"/>
          </a:solidFill>
          <a:latin typeface="+mn-lt"/>
          <a:ea typeface="+mn-ea"/>
          <a:cs typeface="+mn-cs"/>
        </a:defRPr>
      </a:lvl2pPr>
      <a:lvl3pPr marL="928688" indent="-185738" algn="l" defTabSz="742950" rtl="0" eaLnBrk="1" latinLnBrk="1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625" kern="1200">
          <a:solidFill>
            <a:schemeClr val="tx1"/>
          </a:solidFill>
          <a:latin typeface="+mn-lt"/>
          <a:ea typeface="+mn-ea"/>
          <a:cs typeface="+mn-cs"/>
        </a:defRPr>
      </a:lvl3pPr>
      <a:lvl4pPr marL="1300163" indent="-185738" algn="l" defTabSz="742950" rtl="0" eaLnBrk="1" latinLnBrk="1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4pPr>
      <a:lvl5pPr marL="1671638" indent="-185738" algn="l" defTabSz="742950" rtl="0" eaLnBrk="1" latinLnBrk="1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5pPr>
      <a:lvl6pPr marL="2043113" indent="-185738" algn="l" defTabSz="742950" rtl="0" eaLnBrk="1" latinLnBrk="1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6pPr>
      <a:lvl7pPr marL="2414588" indent="-185738" algn="l" defTabSz="742950" rtl="0" eaLnBrk="1" latinLnBrk="1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7pPr>
      <a:lvl8pPr marL="2786063" indent="-185738" algn="l" defTabSz="742950" rtl="0" eaLnBrk="1" latinLnBrk="1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8pPr>
      <a:lvl9pPr marL="3157538" indent="-185738" algn="l" defTabSz="742950" rtl="0" eaLnBrk="1" latinLnBrk="1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742950" rtl="0" eaLnBrk="1" latinLnBrk="1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1pPr>
      <a:lvl2pPr marL="371475" algn="l" defTabSz="742950" rtl="0" eaLnBrk="1" latinLnBrk="1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2pPr>
      <a:lvl3pPr marL="742950" algn="l" defTabSz="742950" rtl="0" eaLnBrk="1" latinLnBrk="1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3pPr>
      <a:lvl4pPr marL="1114425" algn="l" defTabSz="742950" rtl="0" eaLnBrk="1" latinLnBrk="1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4pPr>
      <a:lvl5pPr marL="1485900" algn="l" defTabSz="742950" rtl="0" eaLnBrk="1" latinLnBrk="1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5pPr>
      <a:lvl6pPr marL="1857375" algn="l" defTabSz="742950" rtl="0" eaLnBrk="1" latinLnBrk="1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algn="l" defTabSz="742950" rtl="0" eaLnBrk="1" latinLnBrk="1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7pPr>
      <a:lvl8pPr marL="2600325" algn="l" defTabSz="742950" rtl="0" eaLnBrk="1" latinLnBrk="1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8pPr>
      <a:lvl9pPr marL="2971800" algn="l" defTabSz="742950" rtl="0" eaLnBrk="1" latinLnBrk="1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6120AA84-9557-96AC-033F-4274487C8A03}"/>
              </a:ext>
            </a:extLst>
          </p:cNvPr>
          <p:cNvSpPr/>
          <p:nvPr/>
        </p:nvSpPr>
        <p:spPr>
          <a:xfrm>
            <a:off x="0" y="0"/>
            <a:ext cx="12192000" cy="304800"/>
          </a:xfrm>
          <a:prstGeom prst="rect">
            <a:avLst/>
          </a:prstGeom>
          <a:solidFill>
            <a:srgbClr val="1C314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9C93501-C775-E5B6-CF95-9EF0E444D340}"/>
              </a:ext>
            </a:extLst>
          </p:cNvPr>
          <p:cNvSpPr txBox="1"/>
          <p:nvPr/>
        </p:nvSpPr>
        <p:spPr>
          <a:xfrm>
            <a:off x="304800" y="254000"/>
            <a:ext cx="114300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ko-KR" altLang="en-US" sz="2400" b="1">
                <a:solidFill>
                  <a:srgbClr val="1C314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지선차단기 </a:t>
            </a:r>
            <a:r>
              <a:rPr lang="en-US" altLang="ko-KR" sz="2400" b="1">
                <a:solidFill>
                  <a:srgbClr val="1C314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- DCU </a:t>
            </a:r>
            <a:r>
              <a:rPr lang="ko-KR" altLang="en-US" sz="2400" b="1">
                <a:solidFill>
                  <a:srgbClr val="1C314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프로토콜 정리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0E57C6D-86DE-15C7-0520-811E7969B0F4}"/>
              </a:ext>
            </a:extLst>
          </p:cNvPr>
          <p:cNvSpPr txBox="1"/>
          <p:nvPr/>
        </p:nvSpPr>
        <p:spPr>
          <a:xfrm>
            <a:off x="330200" y="685800"/>
            <a:ext cx="11430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ko-KR" altLang="en-US" sz="1000">
                <a:solidFill>
                  <a:srgbClr val="666666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프레임 형식 및 기본 구조 </a:t>
            </a:r>
            <a:r>
              <a:rPr lang="en-US" altLang="ko-KR" sz="1000">
                <a:solidFill>
                  <a:srgbClr val="666666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 2026-04-14</a:t>
            </a:r>
            <a:endParaRPr lang="ko-KR" altLang="en-US" sz="1000">
              <a:solidFill>
                <a:srgbClr val="666666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6F31F5B-C1C4-E84C-E8BC-B1D146AAFDC9}"/>
              </a:ext>
            </a:extLst>
          </p:cNvPr>
          <p:cNvSpPr txBox="1"/>
          <p:nvPr/>
        </p:nvSpPr>
        <p:spPr>
          <a:xfrm>
            <a:off x="444500" y="1206500"/>
            <a:ext cx="10922000" cy="92333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ko-KR" altLang="en-US">
                <a:solidFill>
                  <a:srgbClr val="222222"/>
                </a:solidFill>
                <a:latin typeface="Consolas" panose="020B0609020204030204" pitchFamily="49" charset="0"/>
              </a:rPr>
              <a:t>기본 프레임 형식
</a:t>
            </a:r>
            <a:r>
              <a:rPr lang="en-US" altLang="ko-KR">
                <a:solidFill>
                  <a:srgbClr val="222222"/>
                </a:solidFill>
                <a:latin typeface="Consolas" panose="020B0609020204030204" pitchFamily="49" charset="0"/>
              </a:rPr>
              <a:t>[7E][VER][MSG_TYPE][SEQ][SL_ID][LEN][PAYLOAD][CRC16][7E]</a:t>
            </a:r>
            <a:endParaRPr lang="ko-KR" altLang="en-US">
              <a:solidFill>
                <a:srgbClr val="222222"/>
              </a:solidFill>
              <a:latin typeface="Consolas" panose="020B0609020204030204" pitchFamily="49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1A38786-A2C8-74D5-73C4-8793120C6481}"/>
              </a:ext>
            </a:extLst>
          </p:cNvPr>
          <p:cNvSpPr txBox="1"/>
          <p:nvPr/>
        </p:nvSpPr>
        <p:spPr>
          <a:xfrm>
            <a:off x="508000" y="2286000"/>
            <a:ext cx="5080000" cy="240065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ko-KR" altLang="en-US" sz="1500">
                <a:solidFill>
                  <a:srgbClr val="222222"/>
                </a:solidFill>
                <a:latin typeface="Consolas" panose="020B0609020204030204" pitchFamily="49" charset="0"/>
              </a:rPr>
              <a:t>필드        크기      설명
</a:t>
            </a:r>
            <a:r>
              <a:rPr lang="en-US" altLang="ko-KR" sz="1500">
                <a:solidFill>
                  <a:srgbClr val="222222"/>
                </a:solidFill>
                <a:latin typeface="Consolas" panose="020B0609020204030204" pitchFamily="49" charset="0"/>
              </a:rPr>
              <a:t>STX         1 byte    </a:t>
            </a:r>
            <a:r>
              <a:rPr lang="ko-KR" altLang="en-US" sz="1500">
                <a:solidFill>
                  <a:srgbClr val="222222"/>
                </a:solidFill>
                <a:latin typeface="Consolas" panose="020B0609020204030204" pitchFamily="49" charset="0"/>
              </a:rPr>
              <a:t>프레임 시작 표시
</a:t>
            </a:r>
            <a:r>
              <a:rPr lang="en-US" altLang="ko-KR" sz="1500">
                <a:solidFill>
                  <a:srgbClr val="222222"/>
                </a:solidFill>
                <a:latin typeface="Consolas" panose="020B0609020204030204" pitchFamily="49" charset="0"/>
              </a:rPr>
              <a:t>VER         1 byte    </a:t>
            </a:r>
            <a:r>
              <a:rPr lang="ko-KR" altLang="en-US" sz="1500">
                <a:solidFill>
                  <a:srgbClr val="222222"/>
                </a:solidFill>
                <a:latin typeface="Consolas" panose="020B0609020204030204" pitchFamily="49" charset="0"/>
              </a:rPr>
              <a:t>프로토콜 버전
</a:t>
            </a:r>
            <a:r>
              <a:rPr lang="en-US" altLang="ko-KR" sz="1500">
                <a:solidFill>
                  <a:srgbClr val="222222"/>
                </a:solidFill>
                <a:latin typeface="Consolas" panose="020B0609020204030204" pitchFamily="49" charset="0"/>
              </a:rPr>
              <a:t>MSG_TYPE    1 byte    </a:t>
            </a:r>
            <a:r>
              <a:rPr lang="ko-KR" altLang="en-US" sz="1500">
                <a:solidFill>
                  <a:srgbClr val="222222"/>
                </a:solidFill>
                <a:latin typeface="Consolas" panose="020B0609020204030204" pitchFamily="49" charset="0"/>
              </a:rPr>
              <a:t>메시지 종류
</a:t>
            </a:r>
            <a:r>
              <a:rPr lang="en-US" altLang="ko-KR" sz="1500">
                <a:solidFill>
                  <a:srgbClr val="222222"/>
                </a:solidFill>
                <a:latin typeface="Consolas" panose="020B0609020204030204" pitchFamily="49" charset="0"/>
              </a:rPr>
              <a:t>SEQ         1 byte    </a:t>
            </a:r>
            <a:r>
              <a:rPr lang="ko-KR" altLang="en-US" sz="1500">
                <a:solidFill>
                  <a:srgbClr val="222222"/>
                </a:solidFill>
                <a:latin typeface="Consolas" panose="020B0609020204030204" pitchFamily="49" charset="0"/>
              </a:rPr>
              <a:t>요청</a:t>
            </a:r>
            <a:r>
              <a:rPr lang="en-US" altLang="ko-KR" sz="1500">
                <a:solidFill>
                  <a:srgbClr val="222222"/>
                </a:solidFill>
                <a:latin typeface="Consolas" panose="020B0609020204030204" pitchFamily="49" charset="0"/>
              </a:rPr>
              <a:t>-</a:t>
            </a:r>
            <a:r>
              <a:rPr lang="ko-KR" altLang="en-US" sz="1500">
                <a:solidFill>
                  <a:srgbClr val="222222"/>
                </a:solidFill>
                <a:latin typeface="Consolas" panose="020B0609020204030204" pitchFamily="49" charset="0"/>
              </a:rPr>
              <a:t>응답 식별 번호
</a:t>
            </a:r>
            <a:r>
              <a:rPr lang="en-US" altLang="ko-KR" sz="1500">
                <a:solidFill>
                  <a:srgbClr val="222222"/>
                </a:solidFill>
                <a:latin typeface="Consolas" panose="020B0609020204030204" pitchFamily="49" charset="0"/>
              </a:rPr>
              <a:t>SL_ID       1 byte    </a:t>
            </a:r>
            <a:r>
              <a:rPr lang="ko-KR" altLang="en-US" sz="1500">
                <a:solidFill>
                  <a:srgbClr val="222222"/>
                </a:solidFill>
                <a:latin typeface="Consolas" panose="020B0609020204030204" pitchFamily="49" charset="0"/>
              </a:rPr>
              <a:t>장치 식별자
</a:t>
            </a:r>
            <a:r>
              <a:rPr lang="en-US" altLang="ko-KR" sz="1500">
                <a:solidFill>
                  <a:srgbClr val="222222"/>
                </a:solidFill>
                <a:latin typeface="Consolas" panose="020B0609020204030204" pitchFamily="49" charset="0"/>
              </a:rPr>
              <a:t>LEN         2 byte    Payload </a:t>
            </a:r>
            <a:r>
              <a:rPr lang="ko-KR" altLang="en-US" sz="1500">
                <a:solidFill>
                  <a:srgbClr val="222222"/>
                </a:solidFill>
                <a:latin typeface="Consolas" panose="020B0609020204030204" pitchFamily="49" charset="0"/>
              </a:rPr>
              <a:t>길이
</a:t>
            </a:r>
            <a:r>
              <a:rPr lang="en-US" altLang="ko-KR" sz="1500">
                <a:solidFill>
                  <a:srgbClr val="222222"/>
                </a:solidFill>
                <a:latin typeface="Consolas" panose="020B0609020204030204" pitchFamily="49" charset="0"/>
              </a:rPr>
              <a:t>PAYLOAD     N byte    </a:t>
            </a:r>
            <a:r>
              <a:rPr lang="ko-KR" altLang="en-US" sz="1500">
                <a:solidFill>
                  <a:srgbClr val="222222"/>
                </a:solidFill>
                <a:latin typeface="Consolas" panose="020B0609020204030204" pitchFamily="49" charset="0"/>
              </a:rPr>
              <a:t>실제 데이터
</a:t>
            </a:r>
            <a:r>
              <a:rPr lang="en-US" altLang="ko-KR" sz="1500">
                <a:solidFill>
                  <a:srgbClr val="222222"/>
                </a:solidFill>
                <a:latin typeface="Consolas" panose="020B0609020204030204" pitchFamily="49" charset="0"/>
              </a:rPr>
              <a:t>CRC16       2 byte    </a:t>
            </a:r>
            <a:r>
              <a:rPr lang="ko-KR" altLang="en-US" sz="1500">
                <a:solidFill>
                  <a:srgbClr val="222222"/>
                </a:solidFill>
                <a:latin typeface="Consolas" panose="020B0609020204030204" pitchFamily="49" charset="0"/>
              </a:rPr>
              <a:t>프레임 오류 검출
</a:t>
            </a:r>
            <a:r>
              <a:rPr lang="en-US" altLang="ko-KR" sz="1500">
                <a:solidFill>
                  <a:srgbClr val="222222"/>
                </a:solidFill>
                <a:latin typeface="Consolas" panose="020B0609020204030204" pitchFamily="49" charset="0"/>
              </a:rPr>
              <a:t>ETX         1 byte    </a:t>
            </a:r>
            <a:r>
              <a:rPr lang="ko-KR" altLang="en-US" sz="1500">
                <a:solidFill>
                  <a:srgbClr val="222222"/>
                </a:solidFill>
                <a:latin typeface="Consolas" panose="020B0609020204030204" pitchFamily="49" charset="0"/>
              </a:rPr>
              <a:t>프레임 종료 표시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B45BB3F-0E9B-0420-7B2B-7D33A827C735}"/>
              </a:ext>
            </a:extLst>
          </p:cNvPr>
          <p:cNvSpPr txBox="1"/>
          <p:nvPr/>
        </p:nvSpPr>
        <p:spPr>
          <a:xfrm>
            <a:off x="5969000" y="2286000"/>
            <a:ext cx="5334000" cy="216982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ko-KR" altLang="en-US" sz="1500">
                <a:solidFill>
                  <a:srgbClr val="222222"/>
                </a:solidFill>
                <a:latin typeface="Consolas" panose="020B0609020204030204" pitchFamily="49" charset="0"/>
              </a:rPr>
              <a:t>메시지 종류
</a:t>
            </a:r>
            <a:r>
              <a:rPr lang="en-US" altLang="ko-KR" sz="1500">
                <a:solidFill>
                  <a:srgbClr val="222222"/>
                </a:solidFill>
                <a:latin typeface="Consolas" panose="020B0609020204030204" pitchFamily="49" charset="0"/>
              </a:rPr>
              <a:t>0x01  Read Request      </a:t>
            </a:r>
            <a:r>
              <a:rPr lang="ko-KR" altLang="en-US" sz="1500">
                <a:solidFill>
                  <a:srgbClr val="222222"/>
                </a:solidFill>
                <a:latin typeface="Consolas" panose="020B0609020204030204" pitchFamily="49" charset="0"/>
              </a:rPr>
              <a:t>데이터 조회 요청
</a:t>
            </a:r>
            <a:r>
              <a:rPr lang="en-US" altLang="ko-KR" sz="1500">
                <a:solidFill>
                  <a:srgbClr val="222222"/>
                </a:solidFill>
                <a:latin typeface="Consolas" panose="020B0609020204030204" pitchFamily="49" charset="0"/>
              </a:rPr>
              <a:t>0x02  Read Response     </a:t>
            </a:r>
            <a:r>
              <a:rPr lang="ko-KR" altLang="en-US" sz="1500">
                <a:solidFill>
                  <a:srgbClr val="222222"/>
                </a:solidFill>
                <a:latin typeface="Consolas" panose="020B0609020204030204" pitchFamily="49" charset="0"/>
              </a:rPr>
              <a:t>데이터 조회 응답
</a:t>
            </a:r>
            <a:r>
              <a:rPr lang="en-US" altLang="ko-KR" sz="1500">
                <a:solidFill>
                  <a:srgbClr val="222222"/>
                </a:solidFill>
                <a:latin typeface="Consolas" panose="020B0609020204030204" pitchFamily="49" charset="0"/>
              </a:rPr>
              <a:t>0x03  Control Request   </a:t>
            </a:r>
            <a:r>
              <a:rPr lang="ko-KR" altLang="en-US" sz="1500">
                <a:solidFill>
                  <a:srgbClr val="222222"/>
                </a:solidFill>
                <a:latin typeface="Consolas" panose="020B0609020204030204" pitchFamily="49" charset="0"/>
              </a:rPr>
              <a:t>릴레이 제어 요청
</a:t>
            </a:r>
            <a:r>
              <a:rPr lang="en-US" altLang="ko-KR" sz="1500">
                <a:solidFill>
                  <a:srgbClr val="222222"/>
                </a:solidFill>
                <a:latin typeface="Consolas" panose="020B0609020204030204" pitchFamily="49" charset="0"/>
              </a:rPr>
              <a:t>0x04  Control Response  </a:t>
            </a:r>
            <a:r>
              <a:rPr lang="ko-KR" altLang="en-US" sz="1500">
                <a:solidFill>
                  <a:srgbClr val="222222"/>
                </a:solidFill>
                <a:latin typeface="Consolas" panose="020B0609020204030204" pitchFamily="49" charset="0"/>
              </a:rPr>
              <a:t>릴레이 제어 응답
</a:t>
            </a:r>
            <a:r>
              <a:rPr lang="en-US" altLang="ko-KR" sz="1500">
                <a:solidFill>
                  <a:srgbClr val="222222"/>
                </a:solidFill>
                <a:latin typeface="Consolas" panose="020B0609020204030204" pitchFamily="49" charset="0"/>
              </a:rPr>
              <a:t>0x05  Event Report      </a:t>
            </a:r>
            <a:r>
              <a:rPr lang="ko-KR" altLang="en-US" sz="1500">
                <a:solidFill>
                  <a:srgbClr val="222222"/>
                </a:solidFill>
                <a:latin typeface="Consolas" panose="020B0609020204030204" pitchFamily="49" charset="0"/>
              </a:rPr>
              <a:t>향후 확장용 이벤트 보고
</a:t>
            </a:r>
            <a:r>
              <a:rPr lang="en-US" altLang="ko-KR" sz="1500">
                <a:solidFill>
                  <a:srgbClr val="222222"/>
                </a:solidFill>
                <a:latin typeface="Consolas" panose="020B0609020204030204" pitchFamily="49" charset="0"/>
              </a:rPr>
              <a:t>0x06  ACK               </a:t>
            </a:r>
            <a:r>
              <a:rPr lang="ko-KR" altLang="en-US" sz="1500">
                <a:solidFill>
                  <a:srgbClr val="222222"/>
                </a:solidFill>
                <a:latin typeface="Consolas" panose="020B0609020204030204" pitchFamily="49" charset="0"/>
              </a:rPr>
              <a:t>정상 수신 확인
</a:t>
            </a:r>
            <a:r>
              <a:rPr lang="en-US" altLang="ko-KR" sz="1500">
                <a:solidFill>
                  <a:srgbClr val="222222"/>
                </a:solidFill>
                <a:latin typeface="Consolas" panose="020B0609020204030204" pitchFamily="49" charset="0"/>
              </a:rPr>
              <a:t>0x07  NACK              </a:t>
            </a:r>
            <a:r>
              <a:rPr lang="ko-KR" altLang="en-US" sz="1500">
                <a:solidFill>
                  <a:srgbClr val="222222"/>
                </a:solidFill>
                <a:latin typeface="Consolas" panose="020B0609020204030204" pitchFamily="49" charset="0"/>
              </a:rPr>
              <a:t>오류 또는 거부 응답</a:t>
            </a:r>
          </a:p>
        </p:txBody>
      </p:sp>
    </p:spTree>
    <p:extLst>
      <p:ext uri="{BB962C8B-B14F-4D97-AF65-F5344CB8AC3E}">
        <p14:creationId xmlns:p14="http://schemas.microsoft.com/office/powerpoint/2010/main" val="9938169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83A49AF9-0FDA-3CE6-6F3A-6F810812F63B}"/>
              </a:ext>
            </a:extLst>
          </p:cNvPr>
          <p:cNvSpPr/>
          <p:nvPr/>
        </p:nvSpPr>
        <p:spPr>
          <a:xfrm>
            <a:off x="0" y="0"/>
            <a:ext cx="12192000" cy="304800"/>
          </a:xfrm>
          <a:prstGeom prst="rect">
            <a:avLst/>
          </a:prstGeom>
          <a:solidFill>
            <a:srgbClr val="1C314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2E5198F-697E-D417-8649-0E484704A155}"/>
              </a:ext>
            </a:extLst>
          </p:cNvPr>
          <p:cNvSpPr txBox="1"/>
          <p:nvPr/>
        </p:nvSpPr>
        <p:spPr>
          <a:xfrm>
            <a:off x="304800" y="254000"/>
            <a:ext cx="114300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ko-KR" sz="2400" b="1">
                <a:solidFill>
                  <a:srgbClr val="1C314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Payload </a:t>
            </a:r>
            <a:r>
              <a:rPr lang="ko-KR" altLang="en-US" sz="2400" b="1">
                <a:solidFill>
                  <a:srgbClr val="1C314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구조 및 데이터 항목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8A0C442-741B-0CEE-22C7-BE1714EF45F4}"/>
              </a:ext>
            </a:extLst>
          </p:cNvPr>
          <p:cNvSpPr txBox="1"/>
          <p:nvPr/>
        </p:nvSpPr>
        <p:spPr>
          <a:xfrm>
            <a:off x="444500" y="1206500"/>
            <a:ext cx="4826000" cy="230832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ko-KR" sz="1600">
                <a:solidFill>
                  <a:srgbClr val="222222"/>
                </a:solidFill>
                <a:latin typeface="Consolas" panose="020B0609020204030204" pitchFamily="49" charset="0"/>
              </a:rPr>
              <a:t>Payload </a:t>
            </a:r>
            <a:r>
              <a:rPr lang="ko-KR" altLang="en-US" sz="1600">
                <a:solidFill>
                  <a:srgbClr val="222222"/>
                </a:solidFill>
                <a:latin typeface="Consolas" panose="020B0609020204030204" pitchFamily="49" charset="0"/>
              </a:rPr>
              <a:t>기본 형식
</a:t>
            </a:r>
            <a:r>
              <a:rPr lang="en-US" altLang="ko-KR" sz="1600">
                <a:solidFill>
                  <a:srgbClr val="222222"/>
                </a:solidFill>
                <a:latin typeface="Consolas" panose="020B0609020204030204" pitchFamily="49" charset="0"/>
              </a:rPr>
              <a:t>ITEM_ID | TYPE | ITEM_LEN | VALUE
</a:t>
            </a:r>
            <a:r>
              <a:rPr lang="ko-KR" altLang="en-US" sz="1600">
                <a:solidFill>
                  <a:srgbClr val="222222"/>
                </a:solidFill>
                <a:latin typeface="Consolas" panose="020B0609020204030204" pitchFamily="49" charset="0"/>
              </a:rPr>
              <a:t>필드       크기      설명
</a:t>
            </a:r>
            <a:r>
              <a:rPr lang="en-US" altLang="ko-KR" sz="1600">
                <a:solidFill>
                  <a:srgbClr val="222222"/>
                </a:solidFill>
                <a:latin typeface="Consolas" panose="020B0609020204030204" pitchFamily="49" charset="0"/>
              </a:rPr>
              <a:t>ITEM_ID    2 byte    </a:t>
            </a:r>
            <a:r>
              <a:rPr lang="ko-KR" altLang="en-US" sz="1600">
                <a:solidFill>
                  <a:srgbClr val="222222"/>
                </a:solidFill>
                <a:latin typeface="Consolas" panose="020B0609020204030204" pitchFamily="49" charset="0"/>
              </a:rPr>
              <a:t>데이터 항목 </a:t>
            </a:r>
            <a:r>
              <a:rPr lang="en-US" altLang="ko-KR" sz="1600">
                <a:solidFill>
                  <a:srgbClr val="222222"/>
                </a:solidFill>
                <a:latin typeface="Consolas" panose="020B0609020204030204" pitchFamily="49" charset="0"/>
              </a:rPr>
              <a:t>ID
TYPE       1 byte    </a:t>
            </a:r>
            <a:r>
              <a:rPr lang="ko-KR" altLang="en-US" sz="1600">
                <a:solidFill>
                  <a:srgbClr val="222222"/>
                </a:solidFill>
                <a:latin typeface="Consolas" panose="020B0609020204030204" pitchFamily="49" charset="0"/>
              </a:rPr>
              <a:t>데이터 타입
</a:t>
            </a:r>
            <a:r>
              <a:rPr lang="en-US" altLang="ko-KR" sz="1600">
                <a:solidFill>
                  <a:srgbClr val="222222"/>
                </a:solidFill>
                <a:latin typeface="Consolas" panose="020B0609020204030204" pitchFamily="49" charset="0"/>
              </a:rPr>
              <a:t>ITEM_LEN   1 byte    VALUE </a:t>
            </a:r>
            <a:r>
              <a:rPr lang="ko-KR" altLang="en-US" sz="1600">
                <a:solidFill>
                  <a:srgbClr val="222222"/>
                </a:solidFill>
                <a:latin typeface="Consolas" panose="020B0609020204030204" pitchFamily="49" charset="0"/>
              </a:rPr>
              <a:t>길이
</a:t>
            </a:r>
            <a:r>
              <a:rPr lang="en-US" altLang="ko-KR" sz="1600">
                <a:solidFill>
                  <a:srgbClr val="222222"/>
                </a:solidFill>
                <a:latin typeface="Consolas" panose="020B0609020204030204" pitchFamily="49" charset="0"/>
              </a:rPr>
              <a:t>VALUE      N byte    </a:t>
            </a:r>
            <a:r>
              <a:rPr lang="ko-KR" altLang="en-US" sz="1600">
                <a:solidFill>
                  <a:srgbClr val="222222"/>
                </a:solidFill>
                <a:latin typeface="Consolas" panose="020B0609020204030204" pitchFamily="49" charset="0"/>
              </a:rPr>
              <a:t>실제 값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844A77E-25B5-26DD-3E98-5DA57A8215A6}"/>
              </a:ext>
            </a:extLst>
          </p:cNvPr>
          <p:cNvSpPr txBox="1"/>
          <p:nvPr/>
        </p:nvSpPr>
        <p:spPr>
          <a:xfrm>
            <a:off x="5715000" y="1206500"/>
            <a:ext cx="2286000" cy="193899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ko-KR" sz="1500">
                <a:solidFill>
                  <a:srgbClr val="222222"/>
                </a:solidFill>
                <a:latin typeface="Consolas" panose="020B0609020204030204" pitchFamily="49" charset="0"/>
              </a:rPr>
              <a:t>TYPE </a:t>
            </a:r>
            <a:r>
              <a:rPr lang="ko-KR" altLang="en-US" sz="1500">
                <a:solidFill>
                  <a:srgbClr val="222222"/>
                </a:solidFill>
                <a:latin typeface="Consolas" panose="020B0609020204030204" pitchFamily="49" charset="0"/>
              </a:rPr>
              <a:t>예시
</a:t>
            </a:r>
            <a:r>
              <a:rPr lang="en-US" altLang="ko-KR" sz="1500">
                <a:solidFill>
                  <a:srgbClr val="222222"/>
                </a:solidFill>
                <a:latin typeface="Consolas" panose="020B0609020204030204" pitchFamily="49" charset="0"/>
              </a:rPr>
              <a:t>0x01  uint8
0x02  uint16
0x03  uint32
0x04  int32
0x05  bit field
0x06  list</a:t>
            </a:r>
            <a:endParaRPr lang="ko-KR" altLang="en-US" sz="1500">
              <a:solidFill>
                <a:srgbClr val="222222"/>
              </a:solidFill>
              <a:latin typeface="Consolas" panose="020B0609020204030204" pitchFamily="49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6A62065-4EA4-C208-EB03-D3D635612332}"/>
              </a:ext>
            </a:extLst>
          </p:cNvPr>
          <p:cNvSpPr txBox="1"/>
          <p:nvPr/>
        </p:nvSpPr>
        <p:spPr>
          <a:xfrm>
            <a:off x="8382000" y="1206500"/>
            <a:ext cx="3175000" cy="181588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ko-KR" altLang="en-US" sz="1400">
                <a:solidFill>
                  <a:srgbClr val="22222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전송 규칙
</a:t>
            </a:r>
            <a:r>
              <a:rPr lang="en-US" altLang="ko-KR" sz="1400">
                <a:solidFill>
                  <a:srgbClr val="22222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- </a:t>
            </a:r>
            <a:r>
              <a:rPr lang="ko-KR" altLang="en-US" sz="1400">
                <a:solidFill>
                  <a:srgbClr val="22222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한 번의 응답 </a:t>
            </a:r>
            <a:r>
              <a:rPr lang="en-US" altLang="ko-KR" sz="1400">
                <a:solidFill>
                  <a:srgbClr val="22222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Payload</a:t>
            </a:r>
            <a:r>
              <a:rPr lang="ko-KR" altLang="en-US" sz="1400">
                <a:solidFill>
                  <a:srgbClr val="22222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에는 최대 </a:t>
            </a:r>
            <a:r>
              <a:rPr lang="en-US" altLang="ko-KR" sz="1400">
                <a:solidFill>
                  <a:srgbClr val="22222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3</a:t>
            </a:r>
            <a:r>
              <a:rPr lang="ko-KR" altLang="en-US" sz="1400">
                <a:solidFill>
                  <a:srgbClr val="22222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개 항목 포함
</a:t>
            </a:r>
            <a:r>
              <a:rPr lang="en-US" altLang="ko-KR" sz="1400">
                <a:solidFill>
                  <a:srgbClr val="22222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- </a:t>
            </a:r>
            <a:r>
              <a:rPr lang="ko-KR" altLang="en-US" sz="1400">
                <a:solidFill>
                  <a:srgbClr val="22222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남는 슬롯은 </a:t>
            </a:r>
            <a:r>
              <a:rPr lang="en-US" altLang="ko-KR" sz="1400">
                <a:solidFill>
                  <a:srgbClr val="22222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data_empty(0x0000)</a:t>
            </a:r>
            <a:r>
              <a:rPr lang="ko-KR" altLang="en-US" sz="1400">
                <a:solidFill>
                  <a:srgbClr val="22222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로 패딩
</a:t>
            </a:r>
            <a:r>
              <a:rPr lang="en-US" altLang="ko-KR" sz="1400">
                <a:solidFill>
                  <a:srgbClr val="22222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- </a:t>
            </a:r>
            <a:r>
              <a:rPr lang="ko-KR" altLang="en-US" sz="1400">
                <a:solidFill>
                  <a:srgbClr val="22222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예</a:t>
            </a:r>
            <a:r>
              <a:rPr lang="en-US" altLang="ko-KR" sz="1400">
                <a:solidFill>
                  <a:srgbClr val="22222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 4</a:t>
            </a:r>
            <a:r>
              <a:rPr lang="ko-KR" altLang="en-US" sz="1400">
                <a:solidFill>
                  <a:srgbClr val="22222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개 항목이면 </a:t>
            </a:r>
            <a:r>
              <a:rPr lang="en-US" altLang="ko-KR" sz="1400">
                <a:solidFill>
                  <a:srgbClr val="22222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3</a:t>
            </a:r>
            <a:r>
              <a:rPr lang="ko-KR" altLang="en-US" sz="1400">
                <a:solidFill>
                  <a:srgbClr val="22222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개 </a:t>
            </a:r>
            <a:r>
              <a:rPr lang="en-US" altLang="ko-KR" sz="1400">
                <a:solidFill>
                  <a:srgbClr val="22222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 1</a:t>
            </a:r>
            <a:r>
              <a:rPr lang="ko-KR" altLang="en-US" sz="1400">
                <a:solidFill>
                  <a:srgbClr val="22222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개 </a:t>
            </a:r>
            <a:r>
              <a:rPr lang="en-US" altLang="ko-KR" sz="1400">
                <a:solidFill>
                  <a:srgbClr val="22222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+ 0x0000 + 0x0000</a:t>
            </a:r>
            <a:endParaRPr lang="ko-KR" altLang="en-US" sz="1400">
              <a:solidFill>
                <a:srgbClr val="222222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6E0A115-6FBE-33E5-CD68-EFE393A05E59}"/>
              </a:ext>
            </a:extLst>
          </p:cNvPr>
          <p:cNvSpPr txBox="1"/>
          <p:nvPr/>
        </p:nvSpPr>
        <p:spPr>
          <a:xfrm>
            <a:off x="444500" y="4064000"/>
            <a:ext cx="5461000" cy="224676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ko-KR" altLang="en-US" sz="1400">
                <a:solidFill>
                  <a:srgbClr val="222222"/>
                </a:solidFill>
                <a:latin typeface="Consolas" panose="020B0609020204030204" pitchFamily="49" charset="0"/>
              </a:rPr>
              <a:t>지선차단기 </a:t>
            </a:r>
            <a:r>
              <a:rPr lang="en-US" altLang="ko-KR" sz="1400">
                <a:solidFill>
                  <a:srgbClr val="222222"/>
                </a:solidFill>
                <a:latin typeface="Consolas" panose="020B0609020204030204" pitchFamily="49" charset="0"/>
              </a:rPr>
              <a:t>-&gt; DCU
0x0000  data_empty   uint32            </a:t>
            </a:r>
            <a:r>
              <a:rPr lang="ko-KR" altLang="en-US" sz="1400">
                <a:solidFill>
                  <a:srgbClr val="222222"/>
                </a:solidFill>
                <a:latin typeface="Consolas" panose="020B0609020204030204" pitchFamily="49" charset="0"/>
              </a:rPr>
              <a:t>패딩용
</a:t>
            </a:r>
            <a:r>
              <a:rPr lang="en-US" altLang="ko-KR" sz="1400">
                <a:solidFill>
                  <a:srgbClr val="222222"/>
                </a:solidFill>
                <a:latin typeface="Consolas" panose="020B0609020204030204" pitchFamily="49" charset="0"/>
              </a:rPr>
              <a:t>0x0001  SL_ID        uint8             </a:t>
            </a:r>
            <a:r>
              <a:rPr lang="ko-KR" altLang="en-US" sz="1400">
                <a:solidFill>
                  <a:srgbClr val="222222"/>
                </a:solidFill>
                <a:latin typeface="Consolas" panose="020B0609020204030204" pitchFamily="49" charset="0"/>
              </a:rPr>
              <a:t>장치 식별자
</a:t>
            </a:r>
            <a:r>
              <a:rPr lang="en-US" altLang="ko-KR" sz="1400">
                <a:solidFill>
                  <a:srgbClr val="222222"/>
                </a:solidFill>
                <a:latin typeface="Consolas" panose="020B0609020204030204" pitchFamily="49" charset="0"/>
              </a:rPr>
              <a:t>0x0002  Voltage      uint32, 0.1 V     </a:t>
            </a:r>
            <a:r>
              <a:rPr lang="ko-KR" altLang="en-US" sz="1400">
                <a:solidFill>
                  <a:srgbClr val="222222"/>
                </a:solidFill>
                <a:latin typeface="Consolas" panose="020B0609020204030204" pitchFamily="49" charset="0"/>
              </a:rPr>
              <a:t>실효 전압
</a:t>
            </a:r>
            <a:r>
              <a:rPr lang="en-US" altLang="ko-KR" sz="1400">
                <a:solidFill>
                  <a:srgbClr val="222222"/>
                </a:solidFill>
                <a:latin typeface="Consolas" panose="020B0609020204030204" pitchFamily="49" charset="0"/>
              </a:rPr>
              <a:t>0x0003  Current      uint32, 0.01 A    </a:t>
            </a:r>
            <a:r>
              <a:rPr lang="ko-KR" altLang="en-US" sz="1400">
                <a:solidFill>
                  <a:srgbClr val="222222"/>
                </a:solidFill>
                <a:latin typeface="Consolas" panose="020B0609020204030204" pitchFamily="49" charset="0"/>
              </a:rPr>
              <a:t>실효 전류
</a:t>
            </a:r>
            <a:r>
              <a:rPr lang="en-US" altLang="ko-KR" sz="1400">
                <a:solidFill>
                  <a:srgbClr val="222222"/>
                </a:solidFill>
                <a:latin typeface="Consolas" panose="020B0609020204030204" pitchFamily="49" charset="0"/>
              </a:rPr>
              <a:t>0x0004  Energy_Acc   uint32, Wh        </a:t>
            </a:r>
            <a:r>
              <a:rPr lang="ko-KR" altLang="en-US" sz="1400">
                <a:solidFill>
                  <a:srgbClr val="222222"/>
                </a:solidFill>
                <a:latin typeface="Consolas" panose="020B0609020204030204" pitchFamily="49" charset="0"/>
              </a:rPr>
              <a:t>누적 전력량
</a:t>
            </a:r>
            <a:r>
              <a:rPr lang="en-US" altLang="ko-KR" sz="1400">
                <a:solidFill>
                  <a:srgbClr val="222222"/>
                </a:solidFill>
                <a:latin typeface="Consolas" panose="020B0609020204030204" pitchFamily="49" charset="0"/>
              </a:rPr>
              <a:t>0x0005  Relay_State  uint8             </a:t>
            </a:r>
            <a:r>
              <a:rPr lang="ko-KR" altLang="en-US" sz="1400">
                <a:solidFill>
                  <a:srgbClr val="222222"/>
                </a:solidFill>
                <a:latin typeface="Consolas" panose="020B0609020204030204" pitchFamily="49" charset="0"/>
              </a:rPr>
              <a:t>릴레이 현재 상태
</a:t>
            </a:r>
            <a:r>
              <a:rPr lang="en-US" altLang="ko-KR" sz="1400">
                <a:solidFill>
                  <a:srgbClr val="222222"/>
                </a:solidFill>
                <a:latin typeface="Consolas" panose="020B0609020204030204" pitchFamily="49" charset="0"/>
              </a:rPr>
              <a:t>0x0006  Alarm_Code   uint16 bit field  </a:t>
            </a:r>
            <a:r>
              <a:rPr lang="ko-KR" altLang="en-US" sz="1400">
                <a:solidFill>
                  <a:srgbClr val="222222"/>
                </a:solidFill>
                <a:latin typeface="Consolas" panose="020B0609020204030204" pitchFamily="49" charset="0"/>
              </a:rPr>
              <a:t>이상 상태 코드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9D7AE8A-45E9-548D-7D3D-96645E6D31AB}"/>
              </a:ext>
            </a:extLst>
          </p:cNvPr>
          <p:cNvSpPr txBox="1"/>
          <p:nvPr/>
        </p:nvSpPr>
        <p:spPr>
          <a:xfrm>
            <a:off x="6350000" y="4064000"/>
            <a:ext cx="4953000" cy="160043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ko-KR" sz="1400">
                <a:solidFill>
                  <a:srgbClr val="222222"/>
                </a:solidFill>
                <a:latin typeface="Consolas" panose="020B0609020204030204" pitchFamily="49" charset="0"/>
              </a:rPr>
              <a:t>DCU -&gt; </a:t>
            </a:r>
            <a:r>
              <a:rPr lang="ko-KR" altLang="en-US" sz="1400">
                <a:solidFill>
                  <a:srgbClr val="222222"/>
                </a:solidFill>
                <a:latin typeface="Consolas" panose="020B0609020204030204" pitchFamily="49" charset="0"/>
              </a:rPr>
              <a:t>지선차단기
</a:t>
            </a:r>
            <a:r>
              <a:rPr lang="en-US" altLang="ko-KR" sz="1400">
                <a:solidFill>
                  <a:srgbClr val="222222"/>
                </a:solidFill>
                <a:latin typeface="Consolas" panose="020B0609020204030204" pitchFamily="49" charset="0"/>
              </a:rPr>
              <a:t>0x1001  Read_Item_List  list    </a:t>
            </a:r>
            <a:r>
              <a:rPr lang="ko-KR" altLang="en-US" sz="1400">
                <a:solidFill>
                  <a:srgbClr val="222222"/>
                </a:solidFill>
                <a:latin typeface="Consolas" panose="020B0609020204030204" pitchFamily="49" charset="0"/>
              </a:rPr>
              <a:t>조회할 항목 목록
</a:t>
            </a:r>
            <a:r>
              <a:rPr lang="en-US" altLang="ko-KR" sz="1400">
                <a:solidFill>
                  <a:srgbClr val="222222"/>
                </a:solidFill>
                <a:latin typeface="Consolas" panose="020B0609020204030204" pitchFamily="49" charset="0"/>
              </a:rPr>
              <a:t>0x1002  Relay_Command   uint8   </a:t>
            </a:r>
            <a:r>
              <a:rPr lang="ko-KR" altLang="en-US" sz="1400">
                <a:solidFill>
                  <a:srgbClr val="222222"/>
                </a:solidFill>
                <a:latin typeface="Consolas" panose="020B0609020204030204" pitchFamily="49" charset="0"/>
              </a:rPr>
              <a:t>릴레이 </a:t>
            </a:r>
            <a:r>
              <a:rPr lang="en-US" altLang="ko-KR" sz="1400">
                <a:solidFill>
                  <a:srgbClr val="222222"/>
                </a:solidFill>
                <a:latin typeface="Consolas" panose="020B0609020204030204" pitchFamily="49" charset="0"/>
              </a:rPr>
              <a:t>ON/OFF </a:t>
            </a:r>
            <a:r>
              <a:rPr lang="ko-KR" altLang="en-US" sz="1400">
                <a:solidFill>
                  <a:srgbClr val="222222"/>
                </a:solidFill>
                <a:latin typeface="Consolas" panose="020B0609020204030204" pitchFamily="49" charset="0"/>
              </a:rPr>
              <a:t>명령
</a:t>
            </a:r>
            <a:r>
              <a:rPr lang="en-US" altLang="ko-KR" sz="1400">
                <a:solidFill>
                  <a:srgbClr val="222222"/>
                </a:solidFill>
                <a:latin typeface="Consolas" panose="020B0609020204030204" pitchFamily="49" charset="0"/>
              </a:rPr>
              <a:t>0x1003  Control_Reason  uint8   </a:t>
            </a:r>
            <a:r>
              <a:rPr lang="ko-KR" altLang="en-US" sz="1400">
                <a:solidFill>
                  <a:srgbClr val="222222"/>
                </a:solidFill>
                <a:latin typeface="Consolas" panose="020B0609020204030204" pitchFamily="49" charset="0"/>
              </a:rPr>
              <a:t>제어 사유 코드
</a:t>
            </a:r>
            <a:r>
              <a:rPr lang="en-US" altLang="ko-KR" sz="1400">
                <a:solidFill>
                  <a:srgbClr val="222222"/>
                </a:solidFill>
                <a:latin typeface="Consolas" panose="020B0609020204030204" pitchFamily="49" charset="0"/>
              </a:rPr>
              <a:t>0x1004  Control_Token   uint32  </a:t>
            </a:r>
            <a:r>
              <a:rPr lang="ko-KR" altLang="en-US" sz="1400">
                <a:solidFill>
                  <a:srgbClr val="222222"/>
                </a:solidFill>
                <a:latin typeface="Consolas" panose="020B0609020204030204" pitchFamily="49" charset="0"/>
              </a:rPr>
              <a:t>제어 명령 검증값</a:t>
            </a:r>
          </a:p>
        </p:txBody>
      </p:sp>
    </p:spTree>
    <p:extLst>
      <p:ext uri="{BB962C8B-B14F-4D97-AF65-F5344CB8AC3E}">
        <p14:creationId xmlns:p14="http://schemas.microsoft.com/office/powerpoint/2010/main" val="9889532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457373E6-6A14-8D9C-8F50-7BB0898CE40E}"/>
              </a:ext>
            </a:extLst>
          </p:cNvPr>
          <p:cNvSpPr/>
          <p:nvPr/>
        </p:nvSpPr>
        <p:spPr>
          <a:xfrm>
            <a:off x="0" y="0"/>
            <a:ext cx="12192000" cy="304800"/>
          </a:xfrm>
          <a:prstGeom prst="rect">
            <a:avLst/>
          </a:prstGeom>
          <a:solidFill>
            <a:srgbClr val="1C314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E328489-65A7-C25A-E6F8-1E2A187F7720}"/>
              </a:ext>
            </a:extLst>
          </p:cNvPr>
          <p:cNvSpPr txBox="1"/>
          <p:nvPr/>
        </p:nvSpPr>
        <p:spPr>
          <a:xfrm>
            <a:off x="304800" y="254000"/>
            <a:ext cx="114300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ko-KR" altLang="en-US" sz="2400" b="1">
                <a:solidFill>
                  <a:srgbClr val="1C314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상태값</a:t>
            </a:r>
            <a:r>
              <a:rPr lang="en-US" altLang="ko-KR" sz="2400" b="1">
                <a:solidFill>
                  <a:srgbClr val="1C314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2400" b="1">
                <a:solidFill>
                  <a:srgbClr val="1C314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알람코드</a:t>
            </a:r>
            <a:r>
              <a:rPr lang="en-US" altLang="ko-KR" sz="2400" b="1">
                <a:solidFill>
                  <a:srgbClr val="1C314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2400" b="1">
                <a:solidFill>
                  <a:srgbClr val="1C314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응답코드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E95322A-117D-4E88-0B49-CC596205B03E}"/>
              </a:ext>
            </a:extLst>
          </p:cNvPr>
          <p:cNvSpPr txBox="1"/>
          <p:nvPr/>
        </p:nvSpPr>
        <p:spPr>
          <a:xfrm>
            <a:off x="444500" y="1206500"/>
            <a:ext cx="3048000" cy="147732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ko-KR" altLang="en-US" sz="1500">
                <a:solidFill>
                  <a:srgbClr val="222222"/>
                </a:solidFill>
                <a:latin typeface="Consolas" panose="020B0609020204030204" pitchFamily="49" charset="0"/>
              </a:rPr>
              <a:t>릴레이 상태 정의
</a:t>
            </a:r>
            <a:r>
              <a:rPr lang="en-US" altLang="ko-KR" sz="1500">
                <a:solidFill>
                  <a:srgbClr val="222222"/>
                </a:solidFill>
                <a:latin typeface="Consolas" panose="020B0609020204030204" pitchFamily="49" charset="0"/>
              </a:rPr>
              <a:t>0x00  OFF / </a:t>
            </a:r>
            <a:r>
              <a:rPr lang="ko-KR" altLang="en-US" sz="1500">
                <a:solidFill>
                  <a:srgbClr val="222222"/>
                </a:solidFill>
                <a:latin typeface="Consolas" panose="020B0609020204030204" pitchFamily="49" charset="0"/>
              </a:rPr>
              <a:t>차단
</a:t>
            </a:r>
            <a:r>
              <a:rPr lang="en-US" altLang="ko-KR" sz="1500">
                <a:solidFill>
                  <a:srgbClr val="222222"/>
                </a:solidFill>
                <a:latin typeface="Consolas" panose="020B0609020204030204" pitchFamily="49" charset="0"/>
              </a:rPr>
              <a:t>0x01  ON / </a:t>
            </a:r>
            <a:r>
              <a:rPr lang="ko-KR" altLang="en-US" sz="1500">
                <a:solidFill>
                  <a:srgbClr val="222222"/>
                </a:solidFill>
                <a:latin typeface="Consolas" panose="020B0609020204030204" pitchFamily="49" charset="0"/>
              </a:rPr>
              <a:t>투입
</a:t>
            </a:r>
            <a:r>
              <a:rPr lang="en-US" altLang="ko-KR" sz="1500">
                <a:solidFill>
                  <a:srgbClr val="222222"/>
                </a:solidFill>
                <a:latin typeface="Consolas" panose="020B0609020204030204" pitchFamily="49" charset="0"/>
              </a:rPr>
              <a:t>0x02  </a:t>
            </a:r>
            <a:r>
              <a:rPr lang="ko-KR" altLang="en-US" sz="1500">
                <a:solidFill>
                  <a:srgbClr val="222222"/>
                </a:solidFill>
                <a:latin typeface="Consolas" panose="020B0609020204030204" pitchFamily="49" charset="0"/>
              </a:rPr>
              <a:t>전환 중
</a:t>
            </a:r>
            <a:r>
              <a:rPr lang="en-US" altLang="ko-KR" sz="1500">
                <a:solidFill>
                  <a:srgbClr val="222222"/>
                </a:solidFill>
                <a:latin typeface="Consolas" panose="020B0609020204030204" pitchFamily="49" charset="0"/>
              </a:rPr>
              <a:t>0x03  </a:t>
            </a:r>
            <a:r>
              <a:rPr lang="ko-KR" altLang="en-US" sz="1500">
                <a:solidFill>
                  <a:srgbClr val="222222"/>
                </a:solidFill>
                <a:latin typeface="Consolas" panose="020B0609020204030204" pitchFamily="49" charset="0"/>
              </a:rPr>
              <a:t>이상 또는 판별 불가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EF58866-2169-4CE8-24F9-EA0694E6345A}"/>
              </a:ext>
            </a:extLst>
          </p:cNvPr>
          <p:cNvSpPr txBox="1"/>
          <p:nvPr/>
        </p:nvSpPr>
        <p:spPr>
          <a:xfrm>
            <a:off x="3810000" y="1206500"/>
            <a:ext cx="3302000" cy="263149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ko-KR" altLang="en-US" sz="1500">
                <a:solidFill>
                  <a:srgbClr val="222222"/>
                </a:solidFill>
                <a:latin typeface="Consolas" panose="020B0609020204030204" pitchFamily="49" charset="0"/>
              </a:rPr>
              <a:t>알람 코드 정의
</a:t>
            </a:r>
            <a:r>
              <a:rPr lang="en-US" altLang="ko-KR" sz="1500">
                <a:solidFill>
                  <a:srgbClr val="222222"/>
                </a:solidFill>
                <a:latin typeface="Consolas" panose="020B0609020204030204" pitchFamily="49" charset="0"/>
              </a:rPr>
              <a:t>bit0    </a:t>
            </a:r>
            <a:r>
              <a:rPr lang="ko-KR" altLang="en-US" sz="1500">
                <a:solidFill>
                  <a:srgbClr val="222222"/>
                </a:solidFill>
                <a:latin typeface="Consolas" panose="020B0609020204030204" pitchFamily="49" charset="0"/>
              </a:rPr>
              <a:t>과전류
</a:t>
            </a:r>
            <a:r>
              <a:rPr lang="en-US" altLang="ko-KR" sz="1500">
                <a:solidFill>
                  <a:srgbClr val="222222"/>
                </a:solidFill>
                <a:latin typeface="Consolas" panose="020B0609020204030204" pitchFamily="49" charset="0"/>
              </a:rPr>
              <a:t>bit1    </a:t>
            </a:r>
            <a:r>
              <a:rPr lang="ko-KR" altLang="en-US" sz="1500">
                <a:solidFill>
                  <a:srgbClr val="222222"/>
                </a:solidFill>
                <a:latin typeface="Consolas" panose="020B0609020204030204" pitchFamily="49" charset="0"/>
              </a:rPr>
              <a:t>과전압
</a:t>
            </a:r>
            <a:r>
              <a:rPr lang="en-US" altLang="ko-KR" sz="1500">
                <a:solidFill>
                  <a:srgbClr val="222222"/>
                </a:solidFill>
                <a:latin typeface="Consolas" panose="020B0609020204030204" pitchFamily="49" charset="0"/>
              </a:rPr>
              <a:t>bit2    </a:t>
            </a:r>
            <a:r>
              <a:rPr lang="ko-KR" altLang="en-US" sz="1500">
                <a:solidFill>
                  <a:srgbClr val="222222"/>
                </a:solidFill>
                <a:latin typeface="Consolas" panose="020B0609020204030204" pitchFamily="49" charset="0"/>
              </a:rPr>
              <a:t>저전압
</a:t>
            </a:r>
            <a:r>
              <a:rPr lang="en-US" altLang="ko-KR" sz="1500">
                <a:solidFill>
                  <a:srgbClr val="222222"/>
                </a:solidFill>
                <a:latin typeface="Consolas" panose="020B0609020204030204" pitchFamily="49" charset="0"/>
              </a:rPr>
              <a:t>bit3    </a:t>
            </a:r>
            <a:r>
              <a:rPr lang="ko-KR" altLang="en-US" sz="1500">
                <a:solidFill>
                  <a:srgbClr val="222222"/>
                </a:solidFill>
                <a:latin typeface="Consolas" panose="020B0609020204030204" pitchFamily="49" charset="0"/>
              </a:rPr>
              <a:t>릴레이 구동 실패
</a:t>
            </a:r>
            <a:r>
              <a:rPr lang="en-US" altLang="ko-KR" sz="1500">
                <a:solidFill>
                  <a:srgbClr val="222222"/>
                </a:solidFill>
                <a:latin typeface="Consolas" panose="020B0609020204030204" pitchFamily="49" charset="0"/>
              </a:rPr>
              <a:t>bit4    </a:t>
            </a:r>
            <a:r>
              <a:rPr lang="ko-KR" altLang="en-US" sz="1500">
                <a:solidFill>
                  <a:srgbClr val="222222"/>
                </a:solidFill>
                <a:latin typeface="Consolas" panose="020B0609020204030204" pitchFamily="49" charset="0"/>
              </a:rPr>
              <a:t>측정칩 이상
</a:t>
            </a:r>
            <a:r>
              <a:rPr lang="en-US" altLang="ko-KR" sz="1500">
                <a:solidFill>
                  <a:srgbClr val="222222"/>
                </a:solidFill>
                <a:latin typeface="Consolas" panose="020B0609020204030204" pitchFamily="49" charset="0"/>
              </a:rPr>
              <a:t>bit5    </a:t>
            </a:r>
            <a:r>
              <a:rPr lang="ko-KR" altLang="en-US" sz="1500">
                <a:solidFill>
                  <a:srgbClr val="222222"/>
                </a:solidFill>
                <a:latin typeface="Consolas" panose="020B0609020204030204" pitchFamily="49" charset="0"/>
              </a:rPr>
              <a:t>내부 메모리 이상
</a:t>
            </a:r>
            <a:r>
              <a:rPr lang="en-US" altLang="ko-KR" sz="1500">
                <a:solidFill>
                  <a:srgbClr val="222222"/>
                </a:solidFill>
                <a:latin typeface="Consolas" panose="020B0609020204030204" pitchFamily="49" charset="0"/>
              </a:rPr>
              <a:t>bit6    </a:t>
            </a:r>
            <a:r>
              <a:rPr lang="ko-KR" altLang="en-US" sz="1500">
                <a:solidFill>
                  <a:srgbClr val="222222"/>
                </a:solidFill>
                <a:latin typeface="Consolas" panose="020B0609020204030204" pitchFamily="49" charset="0"/>
              </a:rPr>
              <a:t>센서 또는 측정값 이상
</a:t>
            </a:r>
            <a:r>
              <a:rPr lang="en-US" altLang="ko-KR" sz="1500">
                <a:solidFill>
                  <a:srgbClr val="222222"/>
                </a:solidFill>
                <a:latin typeface="Consolas" panose="020B0609020204030204" pitchFamily="49" charset="0"/>
              </a:rPr>
              <a:t>bit7    </a:t>
            </a:r>
            <a:r>
              <a:rPr lang="ko-KR" altLang="en-US" sz="1500">
                <a:solidFill>
                  <a:srgbClr val="222222"/>
                </a:solidFill>
                <a:latin typeface="Consolas" panose="020B0609020204030204" pitchFamily="49" charset="0"/>
              </a:rPr>
              <a:t>예약
</a:t>
            </a:r>
            <a:r>
              <a:rPr lang="en-US" altLang="ko-KR" sz="1500">
                <a:solidFill>
                  <a:srgbClr val="222222"/>
                </a:solidFill>
                <a:latin typeface="Consolas" panose="020B0609020204030204" pitchFamily="49" charset="0"/>
              </a:rPr>
              <a:t>bit8~15 </a:t>
            </a:r>
            <a:r>
              <a:rPr lang="ko-KR" altLang="en-US" sz="1500">
                <a:solidFill>
                  <a:srgbClr val="222222"/>
                </a:solidFill>
                <a:latin typeface="Consolas" panose="020B0609020204030204" pitchFamily="49" charset="0"/>
              </a:rPr>
              <a:t>향후 확장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44377E9-6CF2-6EF9-3A99-35E135983640}"/>
              </a:ext>
            </a:extLst>
          </p:cNvPr>
          <p:cNvSpPr txBox="1"/>
          <p:nvPr/>
        </p:nvSpPr>
        <p:spPr>
          <a:xfrm>
            <a:off x="7429500" y="1206500"/>
            <a:ext cx="3683000" cy="263149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ko-KR" altLang="en-US" sz="1500">
                <a:solidFill>
                  <a:srgbClr val="222222"/>
                </a:solidFill>
                <a:latin typeface="Consolas" panose="020B0609020204030204" pitchFamily="49" charset="0"/>
              </a:rPr>
              <a:t>응답 코드 정의
</a:t>
            </a:r>
            <a:r>
              <a:rPr lang="en-US" altLang="ko-KR" sz="1500">
                <a:solidFill>
                  <a:srgbClr val="222222"/>
                </a:solidFill>
                <a:latin typeface="Consolas" panose="020B0609020204030204" pitchFamily="49" charset="0"/>
              </a:rPr>
              <a:t>0x00  </a:t>
            </a:r>
            <a:r>
              <a:rPr lang="ko-KR" altLang="en-US" sz="1500">
                <a:solidFill>
                  <a:srgbClr val="222222"/>
                </a:solidFill>
                <a:latin typeface="Consolas" panose="020B0609020204030204" pitchFamily="49" charset="0"/>
              </a:rPr>
              <a:t>성공
</a:t>
            </a:r>
            <a:r>
              <a:rPr lang="en-US" altLang="ko-KR" sz="1500">
                <a:solidFill>
                  <a:srgbClr val="222222"/>
                </a:solidFill>
                <a:latin typeface="Consolas" panose="020B0609020204030204" pitchFamily="49" charset="0"/>
              </a:rPr>
              <a:t>0x01  </a:t>
            </a:r>
            <a:r>
              <a:rPr lang="ko-KR" altLang="en-US" sz="1500">
                <a:solidFill>
                  <a:srgbClr val="222222"/>
                </a:solidFill>
                <a:latin typeface="Consolas" panose="020B0609020204030204" pitchFamily="49" charset="0"/>
              </a:rPr>
              <a:t>알 수 없는 메시지
</a:t>
            </a:r>
            <a:r>
              <a:rPr lang="en-US" altLang="ko-KR" sz="1500">
                <a:solidFill>
                  <a:srgbClr val="222222"/>
                </a:solidFill>
                <a:latin typeface="Consolas" panose="020B0609020204030204" pitchFamily="49" charset="0"/>
              </a:rPr>
              <a:t>0x02  </a:t>
            </a:r>
            <a:r>
              <a:rPr lang="ko-KR" altLang="en-US" sz="1500">
                <a:solidFill>
                  <a:srgbClr val="222222"/>
                </a:solidFill>
                <a:latin typeface="Consolas" panose="020B0609020204030204" pitchFamily="49" charset="0"/>
              </a:rPr>
              <a:t>지원하지 않는 항목
</a:t>
            </a:r>
            <a:r>
              <a:rPr lang="en-US" altLang="ko-KR" sz="1500">
                <a:solidFill>
                  <a:srgbClr val="222222"/>
                </a:solidFill>
                <a:latin typeface="Consolas" panose="020B0609020204030204" pitchFamily="49" charset="0"/>
              </a:rPr>
              <a:t>0x03  </a:t>
            </a:r>
            <a:r>
              <a:rPr lang="ko-KR" altLang="en-US" sz="1500">
                <a:solidFill>
                  <a:srgbClr val="222222"/>
                </a:solidFill>
                <a:latin typeface="Consolas" panose="020B0609020204030204" pitchFamily="49" charset="0"/>
              </a:rPr>
              <a:t>길이 오류
</a:t>
            </a:r>
            <a:r>
              <a:rPr lang="en-US" altLang="ko-KR" sz="1500">
                <a:solidFill>
                  <a:srgbClr val="222222"/>
                </a:solidFill>
                <a:latin typeface="Consolas" panose="020B0609020204030204" pitchFamily="49" charset="0"/>
              </a:rPr>
              <a:t>0x04  CRC </a:t>
            </a:r>
            <a:r>
              <a:rPr lang="ko-KR" altLang="en-US" sz="1500">
                <a:solidFill>
                  <a:srgbClr val="222222"/>
                </a:solidFill>
                <a:latin typeface="Consolas" panose="020B0609020204030204" pitchFamily="49" charset="0"/>
              </a:rPr>
              <a:t>오류
</a:t>
            </a:r>
            <a:r>
              <a:rPr lang="en-US" altLang="ko-KR" sz="1500">
                <a:solidFill>
                  <a:srgbClr val="222222"/>
                </a:solidFill>
                <a:latin typeface="Consolas" panose="020B0609020204030204" pitchFamily="49" charset="0"/>
              </a:rPr>
              <a:t>0x05  </a:t>
            </a:r>
            <a:r>
              <a:rPr lang="ko-KR" altLang="en-US" sz="1500">
                <a:solidFill>
                  <a:srgbClr val="222222"/>
                </a:solidFill>
                <a:latin typeface="Consolas" panose="020B0609020204030204" pitchFamily="49" charset="0"/>
              </a:rPr>
              <a:t>잘못된 값
</a:t>
            </a:r>
            <a:r>
              <a:rPr lang="en-US" altLang="ko-KR" sz="1500">
                <a:solidFill>
                  <a:srgbClr val="222222"/>
                </a:solidFill>
                <a:latin typeface="Consolas" panose="020B0609020204030204" pitchFamily="49" charset="0"/>
              </a:rPr>
              <a:t>0x06  </a:t>
            </a:r>
            <a:r>
              <a:rPr lang="ko-KR" altLang="en-US" sz="1500">
                <a:solidFill>
                  <a:srgbClr val="222222"/>
                </a:solidFill>
                <a:latin typeface="Consolas" panose="020B0609020204030204" pitchFamily="49" charset="0"/>
              </a:rPr>
              <a:t>제어 거부
</a:t>
            </a:r>
            <a:r>
              <a:rPr lang="en-US" altLang="ko-KR" sz="1500">
                <a:solidFill>
                  <a:srgbClr val="222222"/>
                </a:solidFill>
                <a:latin typeface="Consolas" panose="020B0609020204030204" pitchFamily="49" charset="0"/>
              </a:rPr>
              <a:t>0x07  </a:t>
            </a:r>
            <a:r>
              <a:rPr lang="ko-KR" altLang="en-US" sz="1500">
                <a:solidFill>
                  <a:srgbClr val="222222"/>
                </a:solidFill>
                <a:latin typeface="Consolas" panose="020B0609020204030204" pitchFamily="49" charset="0"/>
              </a:rPr>
              <a:t>내부 처리 실패
</a:t>
            </a:r>
            <a:r>
              <a:rPr lang="en-US" altLang="ko-KR" sz="1500">
                <a:solidFill>
                  <a:srgbClr val="222222"/>
                </a:solidFill>
                <a:latin typeface="Consolas" panose="020B0609020204030204" pitchFamily="49" charset="0"/>
              </a:rPr>
              <a:t>0x08  </a:t>
            </a:r>
            <a:r>
              <a:rPr lang="ko-KR" altLang="en-US" sz="1500">
                <a:solidFill>
                  <a:srgbClr val="222222"/>
                </a:solidFill>
                <a:latin typeface="Consolas" panose="020B0609020204030204" pitchFamily="49" charset="0"/>
              </a:rPr>
              <a:t>토큰 또는 인증 오류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3A44830-FF1B-B724-7459-B5BBD4418DA6}"/>
              </a:ext>
            </a:extLst>
          </p:cNvPr>
          <p:cNvSpPr txBox="1"/>
          <p:nvPr/>
        </p:nvSpPr>
        <p:spPr>
          <a:xfrm>
            <a:off x="444500" y="4508500"/>
            <a:ext cx="10795000" cy="124649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ko-KR" altLang="en-US" sz="1500">
                <a:solidFill>
                  <a:srgbClr val="22222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임계값 정의
</a:t>
            </a:r>
            <a:r>
              <a:rPr lang="en-US" altLang="ko-KR" sz="1500">
                <a:solidFill>
                  <a:srgbClr val="22222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- </a:t>
            </a:r>
            <a:r>
              <a:rPr lang="ko-KR" altLang="en-US" sz="1500">
                <a:solidFill>
                  <a:srgbClr val="22222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과전압</a:t>
            </a:r>
            <a:r>
              <a:rPr lang="en-US" altLang="ko-KR" sz="1500">
                <a:solidFill>
                  <a:srgbClr val="22222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 220V </a:t>
            </a:r>
            <a:r>
              <a:rPr lang="ko-KR" altLang="en-US" sz="1500">
                <a:solidFill>
                  <a:srgbClr val="22222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기준 </a:t>
            </a:r>
            <a:r>
              <a:rPr lang="en-US" altLang="ko-KR" sz="1500">
                <a:solidFill>
                  <a:srgbClr val="22222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±10% </a:t>
            </a:r>
            <a:r>
              <a:rPr lang="ko-KR" altLang="en-US" sz="1500">
                <a:solidFill>
                  <a:srgbClr val="22222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범위 이탈
</a:t>
            </a:r>
            <a:r>
              <a:rPr lang="en-US" altLang="ko-KR" sz="1500">
                <a:solidFill>
                  <a:srgbClr val="22222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- </a:t>
            </a:r>
            <a:r>
              <a:rPr lang="ko-KR" altLang="en-US" sz="1500">
                <a:solidFill>
                  <a:srgbClr val="22222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과전압 판정</a:t>
            </a:r>
            <a:r>
              <a:rPr lang="en-US" altLang="ko-KR" sz="1500">
                <a:solidFill>
                  <a:srgbClr val="22222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 198V </a:t>
            </a:r>
            <a:r>
              <a:rPr lang="ko-KR" altLang="en-US" sz="1500">
                <a:solidFill>
                  <a:srgbClr val="22222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미만 또는 </a:t>
            </a:r>
            <a:r>
              <a:rPr lang="en-US" altLang="ko-KR" sz="1500">
                <a:solidFill>
                  <a:srgbClr val="22222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242V </a:t>
            </a:r>
            <a:r>
              <a:rPr lang="ko-KR" altLang="en-US" sz="1500">
                <a:solidFill>
                  <a:srgbClr val="22222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초과
</a:t>
            </a:r>
            <a:r>
              <a:rPr lang="en-US" altLang="ko-KR" sz="1500">
                <a:solidFill>
                  <a:srgbClr val="22222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- </a:t>
            </a:r>
            <a:r>
              <a:rPr lang="ko-KR" altLang="en-US" sz="1500">
                <a:solidFill>
                  <a:srgbClr val="22222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과전류</a:t>
            </a:r>
            <a:r>
              <a:rPr lang="en-US" altLang="ko-KR" sz="1500">
                <a:solidFill>
                  <a:srgbClr val="22222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 N</a:t>
            </a:r>
            <a:r>
              <a:rPr lang="ko-KR" altLang="en-US" sz="1500">
                <a:solidFill>
                  <a:srgbClr val="22222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회 측정값의 </a:t>
            </a:r>
            <a:r>
              <a:rPr lang="en-US" altLang="ko-KR" sz="1500">
                <a:solidFill>
                  <a:srgbClr val="22222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Max</a:t>
            </a:r>
            <a:r>
              <a:rPr lang="ko-KR" altLang="en-US" sz="1500">
                <a:solidFill>
                  <a:srgbClr val="22222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보다 </a:t>
            </a:r>
            <a:r>
              <a:rPr lang="en-US" altLang="ko-KR" sz="1500">
                <a:solidFill>
                  <a:srgbClr val="22222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M% </a:t>
            </a:r>
            <a:r>
              <a:rPr lang="ko-KR" altLang="en-US" sz="1500">
                <a:solidFill>
                  <a:srgbClr val="22222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높은 경우</a:t>
            </a:r>
          </a:p>
        </p:txBody>
      </p:sp>
    </p:spTree>
    <p:extLst>
      <p:ext uri="{BB962C8B-B14F-4D97-AF65-F5344CB8AC3E}">
        <p14:creationId xmlns:p14="http://schemas.microsoft.com/office/powerpoint/2010/main" val="9162179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305E5EC8-84C6-AB3A-7925-90ABC30869E0}"/>
              </a:ext>
            </a:extLst>
          </p:cNvPr>
          <p:cNvSpPr/>
          <p:nvPr/>
        </p:nvSpPr>
        <p:spPr>
          <a:xfrm>
            <a:off x="0" y="0"/>
            <a:ext cx="12192000" cy="304800"/>
          </a:xfrm>
          <a:prstGeom prst="rect">
            <a:avLst/>
          </a:prstGeom>
          <a:solidFill>
            <a:srgbClr val="1C314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CA496CC-FDD3-D49A-6246-3B0C3E36D755}"/>
              </a:ext>
            </a:extLst>
          </p:cNvPr>
          <p:cNvSpPr txBox="1"/>
          <p:nvPr/>
        </p:nvSpPr>
        <p:spPr>
          <a:xfrm>
            <a:off x="304800" y="254000"/>
            <a:ext cx="114300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ko-KR" altLang="en-US" sz="2400" b="1">
                <a:solidFill>
                  <a:srgbClr val="1C314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조회 </a:t>
            </a:r>
            <a:r>
              <a:rPr lang="en-US" altLang="ko-KR" sz="2400" b="1">
                <a:solidFill>
                  <a:srgbClr val="1C314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 </a:t>
            </a:r>
            <a:r>
              <a:rPr lang="ko-KR" altLang="en-US" sz="2400" b="1">
                <a:solidFill>
                  <a:srgbClr val="1C314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제어 예시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E8E788A-35A6-3C53-B1E5-7F381AE34521}"/>
              </a:ext>
            </a:extLst>
          </p:cNvPr>
          <p:cNvSpPr txBox="1"/>
          <p:nvPr/>
        </p:nvSpPr>
        <p:spPr>
          <a:xfrm>
            <a:off x="444500" y="1206500"/>
            <a:ext cx="5080000" cy="147732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ko-KR" altLang="en-US" sz="1500">
                <a:solidFill>
                  <a:srgbClr val="222222"/>
                </a:solidFill>
                <a:latin typeface="Consolas" panose="020B0609020204030204" pitchFamily="49" charset="0"/>
              </a:rPr>
              <a:t>조회 요청 예시
</a:t>
            </a:r>
            <a:r>
              <a:rPr lang="en-US" altLang="ko-KR" sz="1500">
                <a:solidFill>
                  <a:srgbClr val="222222"/>
                </a:solidFill>
                <a:latin typeface="Consolas" panose="020B0609020204030204" pitchFamily="49" charset="0"/>
              </a:rPr>
              <a:t>[7E][01][01][21][SL_ID][0006][0002 0003 0005][CRC][7E]
</a:t>
            </a:r>
            <a:r>
              <a:rPr lang="ko-KR" altLang="en-US" sz="1500">
                <a:solidFill>
                  <a:srgbClr val="222222"/>
                </a:solidFill>
                <a:latin typeface="Consolas" panose="020B0609020204030204" pitchFamily="49" charset="0"/>
              </a:rPr>
              <a:t>의미</a:t>
            </a:r>
            <a:r>
              <a:rPr lang="en-US" altLang="ko-KR" sz="1500">
                <a:solidFill>
                  <a:srgbClr val="222222"/>
                </a:solidFill>
                <a:latin typeface="Consolas" panose="020B0609020204030204" pitchFamily="49" charset="0"/>
              </a:rPr>
              <a:t>: Voltage, Current, Relay_State </a:t>
            </a:r>
            <a:r>
              <a:rPr lang="ko-KR" altLang="en-US" sz="1500">
                <a:solidFill>
                  <a:srgbClr val="222222"/>
                </a:solidFill>
                <a:latin typeface="Consolas" panose="020B0609020204030204" pitchFamily="49" charset="0"/>
              </a:rPr>
              <a:t>조회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2B35450-3F35-C0BF-EB77-E900638BD969}"/>
              </a:ext>
            </a:extLst>
          </p:cNvPr>
          <p:cNvSpPr txBox="1"/>
          <p:nvPr/>
        </p:nvSpPr>
        <p:spPr>
          <a:xfrm>
            <a:off x="5905500" y="1206500"/>
            <a:ext cx="5461000" cy="147732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ko-KR" altLang="en-US" sz="1500">
                <a:solidFill>
                  <a:srgbClr val="222222"/>
                </a:solidFill>
                <a:latin typeface="Consolas" panose="020B0609020204030204" pitchFamily="49" charset="0"/>
              </a:rPr>
              <a:t>조회 응답 예시
</a:t>
            </a:r>
            <a:r>
              <a:rPr lang="en-US" altLang="ko-KR" sz="1500">
                <a:solidFill>
                  <a:srgbClr val="222222"/>
                </a:solidFill>
                <a:latin typeface="Consolas" panose="020B0609020204030204" pitchFamily="49" charset="0"/>
              </a:rPr>
              <a:t>[7E][01][02][21][SL_ID][0011]
[0002][03][04][00 00 08 BA]
[0003][03][04][00 00 04 1A]
[0005][01][01][01][CRC][7E]</a:t>
            </a:r>
            <a:endParaRPr lang="ko-KR" altLang="en-US" sz="1500">
              <a:solidFill>
                <a:srgbClr val="222222"/>
              </a:solidFill>
              <a:latin typeface="Consolas" panose="020B0609020204030204" pitchFamily="49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0CBED54-0F02-BD78-7713-8A4F7426B0B7}"/>
              </a:ext>
            </a:extLst>
          </p:cNvPr>
          <p:cNvSpPr txBox="1"/>
          <p:nvPr/>
        </p:nvSpPr>
        <p:spPr>
          <a:xfrm>
            <a:off x="444500" y="3556000"/>
            <a:ext cx="5080000" cy="124649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ko-KR" altLang="en-US" sz="1500">
                <a:solidFill>
                  <a:srgbClr val="222222"/>
                </a:solidFill>
                <a:latin typeface="Consolas" panose="020B0609020204030204" pitchFamily="49" charset="0"/>
              </a:rPr>
              <a:t>제어 요청 예시
</a:t>
            </a:r>
            <a:r>
              <a:rPr lang="en-US" altLang="ko-KR" sz="1500">
                <a:solidFill>
                  <a:srgbClr val="222222"/>
                </a:solidFill>
                <a:latin typeface="Consolas" panose="020B0609020204030204" pitchFamily="49" charset="0"/>
              </a:rPr>
              <a:t>[7E][01][03][22][SL_ID][0002][1002 00][CRC][7E]
</a:t>
            </a:r>
            <a:r>
              <a:rPr lang="ko-KR" altLang="en-US" sz="1500">
                <a:solidFill>
                  <a:srgbClr val="222222"/>
                </a:solidFill>
                <a:latin typeface="Consolas" panose="020B0609020204030204" pitchFamily="49" charset="0"/>
              </a:rPr>
              <a:t>의미</a:t>
            </a:r>
            <a:r>
              <a:rPr lang="en-US" altLang="ko-KR" sz="1500">
                <a:solidFill>
                  <a:srgbClr val="222222"/>
                </a:solidFill>
                <a:latin typeface="Consolas" panose="020B0609020204030204" pitchFamily="49" charset="0"/>
              </a:rPr>
              <a:t>: </a:t>
            </a:r>
            <a:r>
              <a:rPr lang="ko-KR" altLang="en-US" sz="1500">
                <a:solidFill>
                  <a:srgbClr val="222222"/>
                </a:solidFill>
                <a:latin typeface="Consolas" panose="020B0609020204030204" pitchFamily="49" charset="0"/>
              </a:rPr>
              <a:t>릴레이 </a:t>
            </a:r>
            <a:r>
              <a:rPr lang="en-US" altLang="ko-KR" sz="1500">
                <a:solidFill>
                  <a:srgbClr val="222222"/>
                </a:solidFill>
                <a:latin typeface="Consolas" panose="020B0609020204030204" pitchFamily="49" charset="0"/>
              </a:rPr>
              <a:t>OFF </a:t>
            </a:r>
            <a:r>
              <a:rPr lang="ko-KR" altLang="en-US" sz="1500">
                <a:solidFill>
                  <a:srgbClr val="222222"/>
                </a:solidFill>
                <a:latin typeface="Consolas" panose="020B0609020204030204" pitchFamily="49" charset="0"/>
              </a:rPr>
              <a:t>제어 요청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3AAF241-4A21-EF67-289F-C91B12305E14}"/>
              </a:ext>
            </a:extLst>
          </p:cNvPr>
          <p:cNvSpPr txBox="1"/>
          <p:nvPr/>
        </p:nvSpPr>
        <p:spPr>
          <a:xfrm>
            <a:off x="5905500" y="3556000"/>
            <a:ext cx="5461000" cy="147732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ko-KR" altLang="en-US" sz="1500">
                <a:solidFill>
                  <a:srgbClr val="222222"/>
                </a:solidFill>
                <a:latin typeface="Consolas" panose="020B0609020204030204" pitchFamily="49" charset="0"/>
              </a:rPr>
              <a:t>제어 응답 예시
</a:t>
            </a:r>
            <a:r>
              <a:rPr lang="en-US" altLang="ko-KR" sz="1500">
                <a:solidFill>
                  <a:srgbClr val="222222"/>
                </a:solidFill>
                <a:latin typeface="Consolas" panose="020B0609020204030204" pitchFamily="49" charset="0"/>
              </a:rPr>
              <a:t>[7E][01][04][22][SL_ID][0004][00][0005 01 00][CRC][7E]
00 = </a:t>
            </a:r>
            <a:r>
              <a:rPr lang="ko-KR" altLang="en-US" sz="1500">
                <a:solidFill>
                  <a:srgbClr val="222222"/>
                </a:solidFill>
                <a:latin typeface="Consolas" panose="020B0609020204030204" pitchFamily="49" charset="0"/>
              </a:rPr>
              <a:t>성공</a:t>
            </a:r>
            <a:r>
              <a:rPr lang="en-US" altLang="ko-KR" sz="1500">
                <a:solidFill>
                  <a:srgbClr val="222222"/>
                </a:solidFill>
                <a:latin typeface="Consolas" panose="020B0609020204030204" pitchFamily="49" charset="0"/>
              </a:rPr>
              <a:t>, Relay_State = 00 = </a:t>
            </a:r>
            <a:r>
              <a:rPr lang="ko-KR" altLang="en-US" sz="1500">
                <a:solidFill>
                  <a:srgbClr val="222222"/>
                </a:solidFill>
                <a:latin typeface="Consolas" panose="020B0609020204030204" pitchFamily="49" charset="0"/>
              </a:rPr>
              <a:t>실제 </a:t>
            </a:r>
            <a:r>
              <a:rPr lang="en-US" altLang="ko-KR" sz="1500">
                <a:solidFill>
                  <a:srgbClr val="222222"/>
                </a:solidFill>
                <a:latin typeface="Consolas" panose="020B0609020204030204" pitchFamily="49" charset="0"/>
              </a:rPr>
              <a:t>OFF</a:t>
            </a:r>
            <a:endParaRPr lang="ko-KR" altLang="en-US" sz="1500">
              <a:solidFill>
                <a:srgbClr val="222222"/>
              </a:solidFill>
              <a:latin typeface="Consolas" panose="020B0609020204030204" pitchFamily="49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B0794B0-C7FF-8F3B-2842-ADA342868222}"/>
              </a:ext>
            </a:extLst>
          </p:cNvPr>
          <p:cNvSpPr txBox="1"/>
          <p:nvPr/>
        </p:nvSpPr>
        <p:spPr>
          <a:xfrm>
            <a:off x="444500" y="5651500"/>
            <a:ext cx="5080000" cy="170816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ko-KR" altLang="en-US" sz="1500">
                <a:solidFill>
                  <a:srgbClr val="222222"/>
                </a:solidFill>
                <a:latin typeface="Consolas" panose="020B0609020204030204" pitchFamily="49" charset="0"/>
              </a:rPr>
              <a:t>값 해석 예
</a:t>
            </a:r>
            <a:r>
              <a:rPr lang="en-US" altLang="ko-KR" sz="1500">
                <a:solidFill>
                  <a:srgbClr val="222222"/>
                </a:solidFill>
                <a:latin typeface="Consolas" panose="020B0609020204030204" pitchFamily="49" charset="0"/>
              </a:rPr>
              <a:t>00 02          Voltage </a:t>
            </a:r>
            <a:r>
              <a:rPr lang="ko-KR" altLang="en-US" sz="1500">
                <a:solidFill>
                  <a:srgbClr val="222222"/>
                </a:solidFill>
                <a:latin typeface="Consolas" panose="020B0609020204030204" pitchFamily="49" charset="0"/>
              </a:rPr>
              <a:t>항목 </a:t>
            </a:r>
            <a:r>
              <a:rPr lang="en-US" altLang="ko-KR" sz="1500">
                <a:solidFill>
                  <a:srgbClr val="222222"/>
                </a:solidFill>
                <a:latin typeface="Consolas" panose="020B0609020204030204" pitchFamily="49" charset="0"/>
              </a:rPr>
              <a:t>ID
03             uint32 </a:t>
            </a:r>
            <a:r>
              <a:rPr lang="ko-KR" altLang="en-US" sz="1500">
                <a:solidFill>
                  <a:srgbClr val="222222"/>
                </a:solidFill>
                <a:latin typeface="Consolas" panose="020B0609020204030204" pitchFamily="49" charset="0"/>
              </a:rPr>
              <a:t>타입
</a:t>
            </a:r>
            <a:r>
              <a:rPr lang="en-US" altLang="ko-KR" sz="1500">
                <a:solidFill>
                  <a:srgbClr val="222222"/>
                </a:solidFill>
                <a:latin typeface="Consolas" panose="020B0609020204030204" pitchFamily="49" charset="0"/>
              </a:rPr>
              <a:t>04             </a:t>
            </a:r>
            <a:r>
              <a:rPr lang="ko-KR" altLang="en-US" sz="1500">
                <a:solidFill>
                  <a:srgbClr val="222222"/>
                </a:solidFill>
                <a:latin typeface="Consolas" panose="020B0609020204030204" pitchFamily="49" charset="0"/>
              </a:rPr>
              <a:t>길이 </a:t>
            </a:r>
            <a:r>
              <a:rPr lang="en-US" altLang="ko-KR" sz="1500">
                <a:solidFill>
                  <a:srgbClr val="222222"/>
                </a:solidFill>
                <a:latin typeface="Consolas" panose="020B0609020204030204" pitchFamily="49" charset="0"/>
              </a:rPr>
              <a:t>4 byte
00 00 08 BA    2234 -&gt; 223.4V
00 00 04 1A    1050 -&gt; 10.50A</a:t>
            </a:r>
            <a:endParaRPr lang="ko-KR" altLang="en-US" sz="1500">
              <a:solidFill>
                <a:srgbClr val="222222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913768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D6592779-64A9-A5C1-9F60-94AD8C1CF7E1}"/>
              </a:ext>
            </a:extLst>
          </p:cNvPr>
          <p:cNvSpPr/>
          <p:nvPr/>
        </p:nvSpPr>
        <p:spPr>
          <a:xfrm>
            <a:off x="0" y="0"/>
            <a:ext cx="12192000" cy="304800"/>
          </a:xfrm>
          <a:prstGeom prst="rect">
            <a:avLst/>
          </a:prstGeom>
          <a:solidFill>
            <a:srgbClr val="1C314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A55849C-FF9D-D3BE-84D5-DA8DD2876077}"/>
              </a:ext>
            </a:extLst>
          </p:cNvPr>
          <p:cNvSpPr txBox="1"/>
          <p:nvPr/>
        </p:nvSpPr>
        <p:spPr>
          <a:xfrm>
            <a:off x="304800" y="254000"/>
            <a:ext cx="114300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ko-KR" altLang="en-US" sz="2400" b="1">
                <a:solidFill>
                  <a:srgbClr val="1C314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통신 정책 및 확장 규칙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A2757AE-5970-97D0-B69A-10E3641905A3}"/>
              </a:ext>
            </a:extLst>
          </p:cNvPr>
          <p:cNvSpPr txBox="1"/>
          <p:nvPr/>
        </p:nvSpPr>
        <p:spPr>
          <a:xfrm>
            <a:off x="444500" y="1206500"/>
            <a:ext cx="5461000" cy="193899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ko-KR" altLang="en-US" sz="1500">
                <a:solidFill>
                  <a:srgbClr val="22222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통신 정책
</a:t>
            </a:r>
            <a:r>
              <a:rPr lang="en-US" altLang="ko-KR" sz="1500">
                <a:solidFill>
                  <a:srgbClr val="22222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- </a:t>
            </a:r>
            <a:r>
              <a:rPr lang="ko-KR" altLang="en-US" sz="1500">
                <a:solidFill>
                  <a:srgbClr val="22222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응답 대기 또는 비동기 수신 방식 사용
</a:t>
            </a:r>
            <a:r>
              <a:rPr lang="en-US" altLang="ko-KR" sz="1500">
                <a:solidFill>
                  <a:srgbClr val="22222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- </a:t>
            </a:r>
            <a:r>
              <a:rPr lang="ko-KR" altLang="en-US" sz="1500">
                <a:solidFill>
                  <a:srgbClr val="22222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응답 </a:t>
            </a:r>
            <a:r>
              <a:rPr lang="en-US" altLang="ko-KR" sz="1500">
                <a:solidFill>
                  <a:srgbClr val="22222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timeout: 1</a:t>
            </a:r>
            <a:r>
              <a:rPr lang="ko-KR" altLang="en-US" sz="1500">
                <a:solidFill>
                  <a:srgbClr val="22222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초
</a:t>
            </a:r>
            <a:r>
              <a:rPr lang="en-US" altLang="ko-KR" sz="1500">
                <a:solidFill>
                  <a:srgbClr val="22222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- </a:t>
            </a:r>
            <a:r>
              <a:rPr lang="ko-KR" altLang="en-US" sz="1500">
                <a:solidFill>
                  <a:srgbClr val="22222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응답 미수신 시 최대 </a:t>
            </a:r>
            <a:r>
              <a:rPr lang="en-US" altLang="ko-KR" sz="1500">
                <a:solidFill>
                  <a:srgbClr val="22222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3</a:t>
            </a:r>
            <a:r>
              <a:rPr lang="ko-KR" altLang="en-US" sz="1500">
                <a:solidFill>
                  <a:srgbClr val="22222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회 재전송
</a:t>
            </a:r>
            <a:r>
              <a:rPr lang="en-US" altLang="ko-KR" sz="1500">
                <a:solidFill>
                  <a:srgbClr val="22222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- 3</a:t>
            </a:r>
            <a:r>
              <a:rPr lang="ko-KR" altLang="en-US" sz="1500">
                <a:solidFill>
                  <a:srgbClr val="22222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회 </a:t>
            </a:r>
            <a:r>
              <a:rPr lang="en-US" altLang="ko-KR" sz="1500">
                <a:solidFill>
                  <a:srgbClr val="22222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response </a:t>
            </a:r>
            <a:r>
              <a:rPr lang="ko-KR" altLang="en-US" sz="1500">
                <a:solidFill>
                  <a:srgbClr val="22222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수신 실패 시 서버 </a:t>
            </a:r>
            <a:r>
              <a:rPr lang="en-US" altLang="ko-KR" sz="1500">
                <a:solidFill>
                  <a:srgbClr val="22222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event </a:t>
            </a:r>
            <a:r>
              <a:rPr lang="ko-KR" altLang="en-US" sz="1500">
                <a:solidFill>
                  <a:srgbClr val="22222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알림
</a:t>
            </a:r>
            <a:r>
              <a:rPr lang="en-US" altLang="ko-KR" sz="1500">
                <a:solidFill>
                  <a:srgbClr val="22222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- </a:t>
            </a:r>
            <a:r>
              <a:rPr lang="ko-KR" altLang="en-US" sz="1500">
                <a:solidFill>
                  <a:srgbClr val="22222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동일 장치</a:t>
            </a:r>
            <a:r>
              <a:rPr lang="en-US" altLang="ko-KR" sz="1500">
                <a:solidFill>
                  <a:srgbClr val="22222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500">
                <a:solidFill>
                  <a:srgbClr val="22222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동일 </a:t>
            </a:r>
            <a:r>
              <a:rPr lang="en-US" altLang="ko-KR" sz="1500">
                <a:solidFill>
                  <a:srgbClr val="22222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SEQ </a:t>
            </a:r>
            <a:r>
              <a:rPr lang="ko-KR" altLang="en-US" sz="1500">
                <a:solidFill>
                  <a:srgbClr val="22222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제어 요청 재수신 시 중복 판단
</a:t>
            </a:r>
            <a:r>
              <a:rPr lang="en-US" altLang="ko-KR" sz="1500">
                <a:solidFill>
                  <a:srgbClr val="22222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- </a:t>
            </a:r>
            <a:r>
              <a:rPr lang="ko-KR" altLang="en-US" sz="1500">
                <a:solidFill>
                  <a:srgbClr val="22222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이전 결과 재응답 또는 중복 수행 방지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227E592-A6CA-33B2-1153-D1F34B9BD69D}"/>
              </a:ext>
            </a:extLst>
          </p:cNvPr>
          <p:cNvSpPr txBox="1"/>
          <p:nvPr/>
        </p:nvSpPr>
        <p:spPr>
          <a:xfrm>
            <a:off x="6350000" y="1206500"/>
            <a:ext cx="4572000" cy="147732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ko-KR" sz="1500">
                <a:solidFill>
                  <a:srgbClr val="22222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SEQ </a:t>
            </a:r>
            <a:r>
              <a:rPr lang="ko-KR" altLang="en-US" sz="1500">
                <a:solidFill>
                  <a:srgbClr val="22222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정책
</a:t>
            </a:r>
            <a:r>
              <a:rPr lang="en-US" altLang="ko-KR" sz="1500">
                <a:solidFill>
                  <a:srgbClr val="22222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- SEQ</a:t>
            </a:r>
            <a:r>
              <a:rPr lang="ko-KR" altLang="en-US" sz="1500">
                <a:solidFill>
                  <a:srgbClr val="22222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는 </a:t>
            </a:r>
            <a:r>
              <a:rPr lang="en-US" altLang="ko-KR" sz="1500">
                <a:solidFill>
                  <a:srgbClr val="22222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 byte </a:t>
            </a:r>
            <a:r>
              <a:rPr lang="ko-KR" altLang="en-US" sz="1500">
                <a:solidFill>
                  <a:srgbClr val="22222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순환값 사용
</a:t>
            </a:r>
            <a:r>
              <a:rPr lang="en-US" altLang="ko-KR" sz="1500">
                <a:solidFill>
                  <a:srgbClr val="22222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- </a:t>
            </a:r>
            <a:r>
              <a:rPr lang="ko-KR" altLang="en-US" sz="1500">
                <a:solidFill>
                  <a:srgbClr val="22222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범위</a:t>
            </a:r>
            <a:r>
              <a:rPr lang="en-US" altLang="ko-KR" sz="1500">
                <a:solidFill>
                  <a:srgbClr val="22222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 0x00 ~ 0xFF
- </a:t>
            </a:r>
            <a:r>
              <a:rPr lang="ko-KR" altLang="en-US" sz="1500">
                <a:solidFill>
                  <a:srgbClr val="22222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송신 시 </a:t>
            </a:r>
            <a:r>
              <a:rPr lang="en-US" altLang="ko-KR" sz="1500">
                <a:solidFill>
                  <a:srgbClr val="22222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r>
              <a:rPr lang="ko-KR" altLang="en-US" sz="1500">
                <a:solidFill>
                  <a:srgbClr val="22222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씩 증가
</a:t>
            </a:r>
            <a:r>
              <a:rPr lang="en-US" altLang="ko-KR" sz="1500">
                <a:solidFill>
                  <a:srgbClr val="22222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- 0xFF </a:t>
            </a:r>
            <a:r>
              <a:rPr lang="ko-KR" altLang="en-US" sz="1500">
                <a:solidFill>
                  <a:srgbClr val="22222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다음은 </a:t>
            </a:r>
            <a:r>
              <a:rPr lang="en-US" altLang="ko-KR" sz="1500">
                <a:solidFill>
                  <a:srgbClr val="22222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0x00</a:t>
            </a:r>
            <a:r>
              <a:rPr lang="ko-KR" altLang="en-US" sz="1500">
                <a:solidFill>
                  <a:srgbClr val="22222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으로 순환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C9DB115-18CC-5ADE-CB88-732AF17C7A34}"/>
              </a:ext>
            </a:extLst>
          </p:cNvPr>
          <p:cNvSpPr txBox="1"/>
          <p:nvPr/>
        </p:nvSpPr>
        <p:spPr>
          <a:xfrm>
            <a:off x="444500" y="4064000"/>
            <a:ext cx="10541000" cy="147732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ko-KR" altLang="en-US" sz="1500">
                <a:solidFill>
                  <a:srgbClr val="22222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버전 및 확장 규칙
</a:t>
            </a:r>
            <a:r>
              <a:rPr lang="en-US" altLang="ko-KR" sz="1500">
                <a:solidFill>
                  <a:srgbClr val="22222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- </a:t>
            </a:r>
            <a:r>
              <a:rPr lang="ko-KR" altLang="en-US" sz="1500">
                <a:solidFill>
                  <a:srgbClr val="22222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초기 버전은 </a:t>
            </a:r>
            <a:r>
              <a:rPr lang="en-US" altLang="ko-KR" sz="1500">
                <a:solidFill>
                  <a:srgbClr val="22222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VER = 0x01
- </a:t>
            </a:r>
            <a:r>
              <a:rPr lang="ko-KR" altLang="en-US" sz="1500">
                <a:solidFill>
                  <a:srgbClr val="22222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신규 항목 추가는 기존 항목 </a:t>
            </a:r>
            <a:r>
              <a:rPr lang="en-US" altLang="ko-KR" sz="1500">
                <a:solidFill>
                  <a:srgbClr val="22222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ID </a:t>
            </a:r>
            <a:r>
              <a:rPr lang="ko-KR" altLang="en-US" sz="1500">
                <a:solidFill>
                  <a:srgbClr val="22222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유지 후 뒤에 추가
</a:t>
            </a:r>
            <a:r>
              <a:rPr lang="en-US" altLang="ko-KR" sz="1500">
                <a:solidFill>
                  <a:srgbClr val="22222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- </a:t>
            </a:r>
            <a:r>
              <a:rPr lang="ko-KR" altLang="en-US" sz="1500">
                <a:solidFill>
                  <a:srgbClr val="22222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기존 의미 변경이 필요한 경우 버전 증가 검토
</a:t>
            </a:r>
            <a:r>
              <a:rPr lang="en-US" altLang="ko-KR" sz="1500">
                <a:solidFill>
                  <a:srgbClr val="22222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- </a:t>
            </a:r>
            <a:r>
              <a:rPr lang="ko-KR" altLang="en-US" sz="1500">
                <a:solidFill>
                  <a:srgbClr val="22222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향후 </a:t>
            </a:r>
            <a:r>
              <a:rPr lang="en-US" altLang="ko-KR" sz="1500">
                <a:solidFill>
                  <a:srgbClr val="22222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Instant_Power, FW_Version, Device_Status, Event Report </a:t>
            </a:r>
            <a:r>
              <a:rPr lang="ko-KR" altLang="en-US" sz="1500">
                <a:solidFill>
                  <a:srgbClr val="22222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추가 가능</a:t>
            </a:r>
          </a:p>
        </p:txBody>
      </p:sp>
    </p:spTree>
    <p:extLst>
      <p:ext uri="{BB962C8B-B14F-4D97-AF65-F5344CB8AC3E}">
        <p14:creationId xmlns:p14="http://schemas.microsoft.com/office/powerpoint/2010/main" val="41525904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910</Words>
  <Application>Microsoft Office PowerPoint</Application>
  <PresentationFormat>A4 용지(210x297mm)</PresentationFormat>
  <Paragraphs>26</Paragraphs>
  <Slides>5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</vt:i4>
      </vt:variant>
    </vt:vector>
  </HeadingPairs>
  <TitlesOfParts>
    <vt:vector size="9" baseType="lpstr">
      <vt:lpstr>맑은 고딕</vt:lpstr>
      <vt:lpstr>Arial</vt:lpstr>
      <vt:lpstr>Consolas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세훈 임</dc:creator>
  <cp:lastModifiedBy>세훈 임</cp:lastModifiedBy>
  <cp:revision>1</cp:revision>
  <dcterms:created xsi:type="dcterms:W3CDTF">2026-04-14T06:50:05Z</dcterms:created>
  <dcterms:modified xsi:type="dcterms:W3CDTF">2026-04-14T06:50:05Z</dcterms:modified>
</cp:coreProperties>
</file>