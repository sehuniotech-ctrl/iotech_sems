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지선차단기 - DCU 통신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프레임 형식 / 필드 정의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11338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초기값 / 비고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시작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0x7E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VER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프로토콜 버전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MSG_TYPE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메시지 종류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/ Control / ACK / NACK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SEQ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요청-응답 식별 번호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 ~ 0xFF 순환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SL_ID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장치 식별자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장치별 고유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LEN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Payload 길이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byte 단위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PAYLOAD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실제 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TLV 유사 구조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CRC16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오류 검출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무결성 확인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ETX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종료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0x7E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00600"/>
            <a:ext cx="5577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필드 해석 요점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SEQ는 요청-응답 매칭과 재전송 중복 방지를 위해 사용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CRC16은 수신 데이터 손상 검출용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STX/ETX는 프레임 경계 식별용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프레임 시작 / 종료 바이트는 0x7E로 통일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메시지 종류 및 Payload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메시지 코드 / TLV 구조 / 3개 단위 전송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조회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Response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조회 응답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제어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 Response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제어 응답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Event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2차 확장용 이벤트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ACK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정상 수신 확인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오류 또는 거부 응답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54480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ITEM_ID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항목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타입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ITEM_LEN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VALUE 길이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VALUE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실제 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3749039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전송 규칙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 Payload는 최대 3개 항목 단위로 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- 4개 이상이면 3개 + 나머지 형태로 분할 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남는 슬롯은 data_empty(0x0000)로 패딩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예: 4개 항목 응답 시 1프레임 3개 + 2프레임 1개 + data_empty + data_empty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데이터 항목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지선차단기 -&gt; DCU / DCU -&gt; 지선차단기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463040"/>
          <a:ext cx="11521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항목 ID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data_empty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패딩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빈 슬롯 채움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SL_ID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장치 식별자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Voltage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0.1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실효 전압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Current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0.01 A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실효 전류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Energy_Acc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누적 전력량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Relay_State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릴레이 현재 상태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Alarm_Code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uint16 bit 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이상 상태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4069080"/>
          <a:ext cx="10607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항목 ID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Read_Item_List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조회할 항목 목록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Relay_Command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ON/OFF 명령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Control_Reason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사유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Control_Token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명령 검증값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전압 / 전류 / 전력량은 4 byte로 통일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타입, 상태값, 알람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TYPE / Relay State / Alarm Code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2971800" cy="2103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uint16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bit 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list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0" y="1554480"/>
          <a:ext cx="3246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OFF /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ON / 투입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전환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이상 또는 판별 불가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78040" y="1554480"/>
          <a:ext cx="4526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140"/>
                <a:gridCol w="22631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비트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과전류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과전압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저전압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릴레이 구동 실패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측정칩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내부 메모리 이상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센서 또는 측정값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bit7~15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예약 / 향후 확장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690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판정 기준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과전압: 220V 기준 ±10%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과전류: N회 측정값의 Max보다 M% 높은 경우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N, M 값은 별도 확정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Alarm_Code는 16비트 bit field 방식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응답 코드 및 통신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Response Code / Retry / Event / 속도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5577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알 수 없는 메시지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지원하지 않는 항목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길이 오류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CRC 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잘못된 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0x07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내부 처리 실패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토큰 또는 인증 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6459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통신 정책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 없음 시 최대 3회 재전송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- 3회 응답 수신 실패 시 서버 Event 발생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SEQ는 1 byte 순환값(0x00 ~ 0xFF)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동일 SEQ 제어 요청 재수신 시 중복 요청으로 처리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통신 속도: 9600 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8404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2차 개발 방향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Event Report(0x05) 기능 추가 검토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추가선 없이 RS-485 비동기 이벤트 방식 검토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평상시 Polling + 이상 시 Event 혼합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보호 동작은 SL 현장 판단, DCU는 수집 / 전송 / 이력 관리 역할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예시 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조회 / 제어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조회 요청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[7E][01][01][21][11][0006][0002 0003 0005][CRC16][7E]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VER=01 / MSG_TYPE=Read Request / SEQ=21 / SL_ID=11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전압, 전류, 릴레이 상태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조회 응답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[7E][01][02][21][11][0012][0002 03 04 00000898][0003 03 04 00001388][0005 01 01 01][CRC16][7E]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Voltage=220.0V / Current=50.00A / Relay_State=ON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각 항목은 ITEM_ID + TYPE + LEN + VALUE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제어 요청 / 응답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요청: [7E][01][03][22][11][0002][1002 00][CRC16][7E]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응답: [7E][01][04][22][11][0005][00][0005 01 01 00][CRC16][7E]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의미: Relay OFF 요청 / 성공 코드 00 / 실제 Relay_State=OFF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Control Response에는 성공 여부와 실제 Relay_State를 함께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예시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실제 값 파싱 / 3개 단위 분할 예시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예시 데이터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0002 03 04 00000898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ITEM_ID=0002 / TYPE=03 / LEN=04 / VALUE=00000898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Voltage = 2200 -&gt; 220.0V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0003 03 04 00001388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ITEM_ID=0003 / TYPE=03 / LEN=04 / VALUE=00001388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Current = 5000 -&gt; 50.00A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0004 03 04 000186A0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ITEM_ID=0004 / TYPE=03 / LEN=04 / VALUE=000186A0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Energy_Acc = 100000Wh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0005 01 01 01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ITEM_ID=0005 / TYPE=01 / LEN=01 / VALUE=01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Relay_State = ON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0006 05 02 0003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ITEM_ID=0006 / TYPE=05 / LEN=02 / VALUE=0003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과전류(bit0) + 과전압(bit1)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4개 항목 응답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- 1프레임: Voltage / Current / Energy_Acc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- 2프레임: Relay_State / data_empty / data_empty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응답을 3개 단위로 끊고, 남는 자리는 data_empty(0x0000)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77639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알람 발생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Alarm_Code = 0x0003이면 bit0, bit1 활성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의미: 과전류 + 과전압 동시 발생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- 2차 개발 시 Event Report로 즉시 보고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전압은 raw/10, 전류는 raw/100, 전력량은 raw 그대로 Wh로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