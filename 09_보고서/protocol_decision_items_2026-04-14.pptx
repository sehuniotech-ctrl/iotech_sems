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314C"/>
                </a:solidFill>
                <a:latin typeface="Malgun Gothic"/>
              </a:rPr>
              <a:t>???? ?? ?? ??</a:t>
            </a:r>
          </a:p>
          <a:p>
            <a:pPr>
              <a:defRPr sz="1000">
                <a:solidFill>
                  <a:srgbClr val="5F5F5F"/>
                </a:solidFill>
                <a:latin typeface="Malgun Gothic"/>
              </a:defRPr>
            </a:pPr>
            <a:r>
              <a:t>??? ?? / 2026-04-14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44787A"/>
                </a:solidFill>
                <a:latin typeface="Malgun Gothic"/>
              </a:rPr>
              <a:t>?? 1</a:t>
            </a:r>
          </a:p>
          <a:p>
            <a:pPr>
              <a:defRPr sz="1500">
                <a:solidFill>
                  <a:srgbClr val="232323"/>
                </a:solidFill>
                <a:latin typeface="Malgun Gothic"/>
              </a:defRPr>
            </a:pPr>
            <a:r>
              <a:t>2? ??? ??? ?? 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44787A"/>
                </a:solidFill>
                <a:latin typeface="Malgun Gothic"/>
              </a:rPr>
              <a:t>?? 2</a:t>
            </a:r>
          </a:p>
          <a:p>
            <a:pPr>
              <a:defRPr sz="1500">
                <a:solidFill>
                  <a:srgbClr val="232323"/>
                </a:solidFill>
                <a:latin typeface="Malgun Gothic"/>
              </a:defRPr>
            </a:pPr>
            <a:r>
              <a:t>??? ?? RS-485 ??? ??? ?? 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212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44787A"/>
                </a:solidFill>
                <a:latin typeface="Malgun Gothic"/>
              </a:rPr>
              <a:t>?? 3</a:t>
            </a:r>
          </a:p>
          <a:p>
            <a:pPr>
              <a:defRPr sz="1500">
                <a:solidFill>
                  <a:srgbClr val="232323"/>
                </a:solidFill>
                <a:latin typeface="Malgun Gothic"/>
              </a:defRPr>
            </a:pPr>
            <a:r>
              <a:t>?? ?? 9600 bps 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38328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314C"/>
                </a:solidFill>
                <a:latin typeface="Malgun Gothic"/>
              </a:rPr>
              <a:t>??</a:t>
            </a:r>
          </a:p>
          <a:p>
            <a:pPr>
              <a:defRPr sz="1500">
                <a:solidFill>
                  <a:srgbClr val="232323"/>
                </a:solidFill>
                <a:latin typeface="Malgun Gothic"/>
              </a:defRPr>
            </a:pPr>
            <a:r>
              <a:t>? ??? ??? ??? ??? ????</a:t>
            </a:r>
          </a:p>
          <a:p>
            <a:pPr>
              <a:defRPr sz="1500">
                <a:solidFill>
                  <a:srgbClr val="232323"/>
                </a:solidFill>
                <a:latin typeface="Malgun Gothic"/>
              </a:defRPr>
            </a:pPr>
            <a:r>
              <a:t>?? ??? ?? ?? ?? ?? 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314C"/>
                </a:solidFill>
                <a:latin typeface="Malgun Gothic"/>
              </a:rPr>
              <a:t>??? ?? 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972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44787A"/>
                </a:solidFill>
                <a:latin typeface="Malgun Gothic"/>
              </a:rPr>
              <a:t>?? 1. ??? ?? ?? ??</a:t>
            </a:r>
          </a:p>
          <a:p>
            <a:pPr>
              <a:defRPr sz="1500">
                <a:solidFill>
                  <a:srgbClr val="232323"/>
                </a:solidFill>
                <a:latin typeface="Malgun Gothic"/>
              </a:defRPr>
            </a:pPr>
            <a:r>
              <a:t>??: 2? ??? ??? ?? 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10972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44787A"/>
                </a:solidFill>
                <a:latin typeface="Malgun Gothic"/>
              </a:rPr>
              <a:t>?? 2. DCU ?? ??</a:t>
            </a:r>
          </a:p>
          <a:p>
            <a:pPr>
              <a:defRPr sz="1500">
                <a:solidFill>
                  <a:srgbClr val="232323"/>
                </a:solidFill>
                <a:latin typeface="Malgun Gothic"/>
              </a:defRPr>
            </a:pPr>
            <a:r>
              <a:t>??: ??? ?? ?? RS-485 ????? ??? ??? ?? 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14800"/>
            <a:ext cx="10972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44787A"/>
                </a:solidFill>
                <a:latin typeface="Malgun Gothic"/>
              </a:rPr>
              <a:t>?? 3. ?? ??</a:t>
            </a:r>
          </a:p>
          <a:p>
            <a:pPr>
              <a:defRPr sz="1500">
                <a:solidFill>
                  <a:srgbClr val="232323"/>
                </a:solidFill>
                <a:latin typeface="Malgun Gothic"/>
              </a:defRPr>
            </a:pPr>
            <a:r>
              <a:t>??: ?? ?? ??? 9600 bps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