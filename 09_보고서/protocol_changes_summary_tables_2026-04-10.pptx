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C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324C"/>
                </a:solidFill>
              </a:rPr>
              <a:t>프로토콜 변경사항 요약</a:t>
            </a:r>
          </a:p>
          <a:p>
            <a:pPr>
              <a:defRPr sz="1100">
                <a:solidFill>
                  <a:srgbClr val="5F5F5F"/>
                </a:solidFill>
              </a:defRPr>
            </a:pPr>
            <a:r>
              <a:t>이번 회의에서 추가 확정된 항목만 정리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630936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변경 내용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프레임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0x68 -&gt; 0x7E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DLMS 계열 포맷과 유사하게 프레임 경계 명확화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프레임 종료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마지막에 0x7E 추가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시작/종료 바이트를 동일하게 사용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SL_ID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4 byte -&gt; 1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초기 장치 수 기준으로 단순화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계측값 바이트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전압/전류/전력량 모두 4 byte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파싱 방식 통일 및 확장성 확보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전송 묶음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한 번에 최대 3개 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응답 구조 단순화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빈 슬롯 처리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data_empty(0x0000) 사용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마지막 프레임 형식 고정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C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324C"/>
                </a:solidFill>
              </a:rPr>
              <a:t>운영 규칙 및 임계값 정의</a:t>
            </a:r>
          </a:p>
          <a:p>
            <a:pPr>
              <a:defRPr sz="1100">
                <a:solidFill>
                  <a:srgbClr val="5F5F5F"/>
                </a:solidFill>
              </a:defRPr>
            </a:pPr>
            <a:r>
              <a:t>재전송, 알람, 판단 기준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93776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정의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응답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DCU 요청 -&gt; 응답 대기 또는 비동기 수신 방식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구현 방식은 DCU에서 선택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재전송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응답 미수신 시 최대 3회 재전송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timeout 1초 기준 권장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3회 실패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서버에 event 발생 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통신 실패 이력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과전압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220V의 ±10% 범위 이탈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198V 미만 또는 242V 초과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과전류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N회 측정값 Max보다 M% 높은 경우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N, M 값은 별도 확정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SEQ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1 byte 순환값 사용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0x00 ~ 0xFF 순환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C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324C"/>
                </a:solidFill>
              </a:rPr>
              <a:t>데이터 항목 및 예시 형식</a:t>
            </a:r>
          </a:p>
          <a:p>
            <a:pPr>
              <a:defRPr sz="1100">
                <a:solidFill>
                  <a:srgbClr val="5F5F5F"/>
                </a:solidFill>
              </a:defRPr>
            </a:pPr>
            <a:r>
              <a:t>초기 버전 기준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292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920240"/>
                <a:gridCol w="1920240"/>
                <a:gridCol w="6172200"/>
              </a:tblGrid>
              <a:tr h="5257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 ID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타입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파싱 / 설명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data_empty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빈 슬롯 패딩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0x0001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SL_ID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uint8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장치 식별자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Voltage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실제값 = raw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0x0003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실제값 = raw / 100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Energy_Acc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실제값 = raw 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0x0005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Relay_State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uint8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 OFF / 0x01 ON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Alarm_Code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uint16 bit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bit0 과전류, bit1 과전압, bit2 저전압, bit3 릴레이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5623560"/>
            <a:ext cx="10972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예시 프레임: [7E][VER][MSG_TYPE][SEQ][SL_ID][LEN][PAYLOAD][CRC16][7E]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