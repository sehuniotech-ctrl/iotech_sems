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안건 1. 2차 개발에 이벤트 기능을 추가할지 여부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6464"/>
                </a:solidFill>
                <a:latin typeface="맑은 고딕"/>
              </a:rPr>
              <a:t>SEMS / 추가 논의 안건 / 2026-04-14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10972800" cy="109728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600" b="1">
                <a:solidFill>
                  <a:srgbClr val="1F334C"/>
                </a:solidFill>
                <a:latin typeface="맑은 고딕"/>
              </a:rPr>
              <a:t>결론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- 2차 개발에 이벤트 기능을 추가하는 방향으로 진행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80360"/>
            <a:ext cx="10972800" cy="3063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600" b="1">
                <a:solidFill>
                  <a:srgbClr val="1D4E89"/>
                </a:solidFill>
                <a:latin typeface="맑은 고딕"/>
              </a:rPr>
              <a:t>사유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과전압, 과전류는 보호 기능 성격이므로 가능한 한 빠르게 릴레이가 차단되어야 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DCU가 polling으로 전압, 전류를 읽은 뒤 판단해서 다시 SL에 차단 명령을 보내는 방식은 반응이 늦어질 수 있음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따라서 SL이 현장에서 즉시 판단하고 릴레이를 OFF한 뒤, 그 결과를 이벤트로 DCU에 전달하는 구조가 더 적절함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이 방식이 보호 속도와 이벤트 이력 관리 측면에서 유리함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안건 2. 이벤트 기능을 넣는다면 DCU를 어떤 방식으로 개발할지 여부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6464"/>
                </a:solidFill>
                <a:latin typeface="맑은 고딕"/>
              </a:rPr>
              <a:t>SEMS / 추가 논의 안건 / 2026-04-14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10972800" cy="109728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600" b="1">
                <a:solidFill>
                  <a:srgbClr val="1F334C"/>
                </a:solidFill>
                <a:latin typeface="맑은 고딕"/>
              </a:rPr>
              <a:t>결론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추가선 없이 기존 RS-485 통신선에서 비동기 이벤트 방식으로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80360"/>
            <a:ext cx="10972800" cy="3063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600" b="1">
                <a:solidFill>
                  <a:srgbClr val="1D4E89"/>
                </a:solidFill>
                <a:latin typeface="맑은 고딕"/>
              </a:rPr>
              <a:t>사유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별도 배선을 추가하지 않고도 UART/RS-485 통신선으로 이벤트 송신이 가능함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평상시에는 DCU polling 방식으로 운용하고, 이상 발생 시에는 SL이 비동기 이벤트를 송신하는 혼합 구조로 개발 가능함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이 방식은 배선 증가 없이도 이상 상황을 빠르게 전달할 수 있고, 서버 보고 및 장애 이력 관리에도 적합함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추가 하드웨어 변경을 최소화하면서 2차 기능 확장이 가능함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34C"/>
                </a:solidFill>
                <a:latin typeface="맑은 고딕"/>
              </a:rPr>
              <a:t>안건 3. 통신 속도를 몇으로 적용할지 여부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6464"/>
                </a:solidFill>
                <a:latin typeface="맑은 고딕"/>
              </a:rPr>
              <a:t>SEMS / 추가 논의 안건 / 2026-04-14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10972800" cy="109728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600" b="1">
                <a:solidFill>
                  <a:srgbClr val="1F334C"/>
                </a:solidFill>
                <a:latin typeface="맑은 고딕"/>
              </a:rPr>
              <a:t>결론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초기 적용 속도는 9600 bps로 진행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80360"/>
            <a:ext cx="10972800" cy="3063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  <a:r>
              <a:rPr sz="1600" b="1">
                <a:solidFill>
                  <a:srgbClr val="1D4E89"/>
                </a:solidFill>
                <a:latin typeface="맑은 고딕"/>
              </a:rPr>
              <a:t>사유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현재 예상되는 SL 연결 대수가 10대 내외 수준이므로 고속 통신보다는 안정성을 우선하는 것이 적절함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RS-485 환경에서는 속도를 무리하게 높이기보다 노이즈 내성과 통신 신뢰성을 확보하는 것이 중요함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82828"/>
                </a:solidFill>
                <a:latin typeface="맑은 고딕"/>
              </a:rPr>
              <a:t>- 초기 버전은 9600 bps로 안정적으로 운용하고, 향후 연결 대수 증가나 데이터량 증가 시 속도 상향을 재검토하는 것이 합리적임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